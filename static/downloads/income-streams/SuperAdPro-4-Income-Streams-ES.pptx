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CAMINO HACIA LA LIBERTAD FINANCIERA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FLUJOS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INGRESOS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formas de ganar con SuperAdPro. Combínalas — cada flujo multiplica tus resultados.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Membresía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$17.50/mes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teórico: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Comisión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IA  ·  PAGOS EN CRIPTO  ·  OPORTUNIDAD GLOBAL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 DE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MEMBRESÍA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50% de comisión recurrente cada mes — o cobra por adelantado cuando tu referido elija el plan anual. Dos referidos Pro y tu membresía se paga sola.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MENSUAL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$10/mes por referido Basic · $17.50/mes por Pro. Cada mes que estén activos.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 ILIMITADOS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de referidos. 10 miembros Pro = $175/mes. Crece sin techo.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SOLA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referidos Pro cubren tu membresía mensual. Todo lo demás es ganancia.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 recurrente  ·  pagado cada 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RED DE REFERIDOS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INGRESO MENSUAL · 3 REFERIDOS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comisiones se pagan a tu propio nivel — mejora tu plan para ganar más.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1  ·  CÓMO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 INMEDIATO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tu referido elige el plan anual, ganas la comisión del año completo el día que se registra — no repartida en 12 meses. Es dinero real en tu bolsillo, ahora.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MENSUAL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Referidos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cada mes, mientras estén activos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12 meses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OFERTA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ANUAL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Referidos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adelantado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el mismo día que se registran — comisión del año completo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renuevan cada año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ganas otra vez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en tu mano hoy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12 meses por lo mismo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vez que tu referido activa tu mismo nivel, ganas 40% al instante — y 6.25% en cada posición de tu grid de 8 niveles. Llena las 64 posiciones, cobra el bono, reinicia, repite.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DIRECTA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referido que activa tu nivel te paga 40% del precio al instante.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NIVELES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en cada posición de tu grid 8×8 — 8 niveles de profundidad debajo de ti.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BONO POR COMPLETAR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Llena las 64 posiciones, cobra un bono. El grid se reinicia — ingresos recurrentes mientras los miembros sigan activos.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teórico: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los grids se reinician y repiten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GRID DE INGRESOS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posición = un miembro activo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NIVELES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2  ·  CÓMO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REFERIDOS,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CICLO COMPLETO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64 referidos personales activan el mismo nivel que tú. Esto es lo que ganas por nivel — y cómo se ve acumulado en los 8 niveles.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CICLO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ACUMULADO EN LOS 8 NIVELES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los grids se reinician y repiten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tus referidos — o cualquiera en tu matriz — compra paquetes de créditos para Creative Studio, ganas. 15% en directos, 10% en spillover, 10% de bono. Sin requisito de nivel.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 DIRECTOS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paquete de créditos comprado por alguien que referiste personalmente.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paquete comprado por alguien en tu matriz que no fue tu directo.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BONO POR COMPLETAR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tu matriz 3×3 se llena (39 posiciones), cobras un bono. Reinicia, repite.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las matrices se reinician y repiten para siempre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NEXUS DE GANANCIAS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posiciones por matriz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NIVELES DE PAQUETES INDEPENDIENTES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paquete tiene su propia matriz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requisito de nivel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3  ·  CÓMO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COMPRAN DE NUEVO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paquetes de créditos se consumen en Creative Studio (video IA, imagen, locución). Cuando se acaban, compran otra vez — y cada compra paga comisiones otra vez. Así funciona.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CRÉDITOS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referido compra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paquete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GANAS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directo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CONSUMIDOS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 créditos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herramientas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Compran otra vez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ganas otra vez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· PAQUETE DE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directos × $30 (15%) + 9 L2 × $20 (10%) + 27 L3 × $20 (10%) + bono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por ciclo de matriz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necesitan más créditos, el ciclo empieza de nuevo — cada compra es una nueva matriz.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Revende cursos premium de Academy. Quédate con el 100% de cada venta que ganes — con solo 4 pass-ups para abrir las Income Chains de tu upline. Después de la venta 8, cada venta es tuya para siempre.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VENTA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completa en cada venta cuando calificas en ese nivel.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TOTALES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las ventas 2, 4, 6, 8 son pass-up. Desde la venta 9, cada venta es tuya.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NIVELES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 en un nivel comprándolo. Niveles más altos = comisiones más grandes.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comisión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cascada infinita por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nivel inicial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nivel medio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nivel alto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pass-up abre una Income Chain por encima de ti.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TU downline hace pass-up, tú recibes esas chains — cascada infinita hacia arriba.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 4  ·  CÓMO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4 pass-ups en total. Las ventas 2, 4, 6, 8 son pass-up — abren las Income Chains de tu upline. Cada otra venta, incluyendo la venta 9 y más allá, es 100% tuya.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cada venta después es 100% tuya, para siempre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Cedes 4 ventas para abrir 4 Income Chains hacia arriba  ·  Luego te quedas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cada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venta que siga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pass-ups de tu downline suben por TUS Income Chains — creando ingresos de equipo con profundidad infinita.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2026-04-24T12:15:26Z</dcterms:created>
  <dcterms:modified xsi:type="dcterms:W3CDTF">2026-04-24T12:15:26Z</dcterms:modified>
</cp:coreProperties>
</file>