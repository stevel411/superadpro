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CAMINHO PARA A LIBERDADE FINANCEIRA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FLUXOS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RENDA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formas de ganhar com SuperAdPro. Combine-os — cada fluxo multiplica seus resultados.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$17,50/mês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teórico: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Comissão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IA  ·  PAGAMENTOS CRIPTO  ·  OPORTUNIDADE GLOBAL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DE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MEMBRESIA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Ganhe 50% de comissão recorrente todo mês — ou receba adiantado quando seu indicado escolher o anual. Duas indicações Pro e sua assinatura se paga.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 MENSAL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$10/mês por indicação Basic · $17,50/mês por Pro. Todo mês que estiverem ativos.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ILIMITADAS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limite de indicações. 10 membros Pro = $175/mês. Escale sem teto.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SOZINHA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indicações Pro cobrem sua mensalidade. O resto é lucro.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 recorrente  ·  pago todo mês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REDE DE INDICAÇÕES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RENDA MENSAL · 3 INDICAÇÕES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Comissões pagas no seu nível — faça upgrade para ganhar mais.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1  ·  COMO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DINHEIRO ADIANTADO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seu indicado escolhe o anual, você ganha a comissão do ano inteiro no dia da inscrição — não dividida em 12 meses. Dinheiro real no bolso, agora.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MENSAL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Indicações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todo mês, enquanto estiverem ativos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12 meses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OFERTA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ANUAL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Indicações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adiantado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no mesmo dia da inscrição — comissão do ano completo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renovam todo ano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você ganha de novo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Anual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 na mão hoje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12 meses pelo mesmo valor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vez que seu indicado ativa seu mesmo nível, você ganha 40% na hora — mais 6,25% em cada posição da sua grid de 8 níveis. Preencha as 64, receba o bônus, reinicie, repita.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DIRETA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indicado que ativa seu nível paga 40% do preço na hora.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NÍVEIS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Ganhe em cada posição da sua grid 8×8 — 8 níveis de profundidade.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DE CONCLUSÃO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64 posições, receba bônus. A grid reinicia — renda recorrente enquanto os membros permanecerem ativos.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teórico: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reiniciam e repetem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GRID DE RENDA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posição = um membro ativo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NÍVEIS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2  ·  COMO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INDICAÇÕES,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CICLO COMPLETO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Cenário: 64 indicações pessoais ativam o mesmo nível que você. Eis o que você ganha por nível — e acumulado nos 8 níveis.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DIRETA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CICLO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ACUMULADO NOS 8 NÍVEIS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reiniciam e repetem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seus indicados — ou qualquer pessoa na sua matriz — compram pacotes de créditos para Creative Studio, você ganha. 15% em diretos, 10% em spillover, 10% de bônus. Sem requisito de nível.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DIRETAS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pacote de créditos comprado por alguém que você indicou.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pacote comprado por alguém na matriz que não foi seu direto.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DE CONCLUSÃO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sua matriz 3×3 enche (39 posições), você ganha bônus. Reinicia, repete.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Variável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matrizes reiniciam e repetem para sempre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NEXUS DE LUCRO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posições por matriz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NÍVEIS DE PACOTES INDEPENDENTES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pacote tem sua própria matriz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requisito de nível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3  ·  COMO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USADOS,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COMPRADOS DE NOVO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créditos são consumidos em Creative Studio (vídeo IA, imagem, voz). Quando acabam, compram de novo — e cada compra paga comissões de novo. Esse é o motor.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CRÉDITOS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indicado compra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pacote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GANHA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direto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matriz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USADOS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Consomem créditos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ferramentas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Compram de novo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ganha de novo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· PACOTE DE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diretos × $30 (15%) + 9 L2 × $20 (10%) + 27 L3 × $20 (10%) + bônus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por ciclo de matriz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precisam de mais créditos, o ciclo recomeça — cada compra é uma nova matriz.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Revenda cursos premium de Academy. Fique com 100% de cada venda — com apenas 4 pass-ups para abrir as Income Chains do seu upline. Depois da venda 8, toda venda é sua para sempre.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TODA VENDA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completa em toda venda quando você está qualificado nesse nível.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NO TOTAL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as vendas 2, 4, 6, 8 passam. Da venda 9 em diante, toda venda é sua.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NÍVEIS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Qualifique-se comprando um nível. Níveis maiores = comissões maiores.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comissão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cascata infinita pelas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nível inicial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nível médio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nível avançado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pass-up abre uma Income Chain acima de você.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SEU downline faz pass-up, você recebe essas chains — cascata infinita para cima.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RENDA 4  ·  COMO FUNCIONA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O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4 pass-ups no total. As vendas 2, 4, 6, 8 passam — abrindo as Income Chains do seu upline. Toda outra venda, incluindo a 9 e além, é 100% sua.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toda venda depois é 100% sua, para sempre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 4 vendas para abrir 4 Income Chains para cima  ·  Depois fique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cada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venda que vier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pass-ups do seu downline sobem pelas SUAS Income Chains — criando renda de equipe com profundidade infinita.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2026-04-24T12:15:27Z</dcterms:created>
  <dcterms:modified xsi:type="dcterms:W3CDTF">2026-04-24T12:15:27Z</dcterms:modified>
</cp:coreProperties>
</file>