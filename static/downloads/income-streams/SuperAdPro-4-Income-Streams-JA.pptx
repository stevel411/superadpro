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9A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経済的自由への道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4つの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spc="-1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収入源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1371600" y="2423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SuperAdProで稼ぐ4つの方法。組み合わせて — 各収入源が結果を倍増させます。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収入源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8952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メンバーシップ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紹介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6112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3DA5FF">
              <a:alpha val="18000"/>
            </a:srgbClr>
          </a:solidFill>
          <a:ln w="9525">
            <a:solidFill>
              <a:srgbClr val="3DA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 — $17.50/月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06624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06624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収入源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06624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843784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4ADE80">
              <a:alpha val="18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43784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理論上の最大値: $103,976*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54296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54296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収入源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54296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91456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C084FC">
              <a:alpha val="18000"/>
            </a:srgbClr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変動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601968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1968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収入源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01968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739128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FB923C">
              <a:alpha val="18000"/>
            </a:srgbClr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39128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コミッション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AIマーケティングツール  ·  仮想通貨決済  ·  グローバル機会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A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収入源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メンバーシップ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紹介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毎月50%の継続コミッションを獲得 — または紹介者が年払いを選択した時に一括で受け取り。Pro紹介2人でメンバーシップが自己負担ゼロに。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毎月継続収入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Basic紹介1人あたり$10/月 · Pro1人あたり$17.50/月。アクティブな限り毎月。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無制限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無制限の紹介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紹介数に上限なし。Proメンバー10人 = $175/月。天井なしで拡大。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2倍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自己負担ゼロ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Pro紹介2人で月会費をカバー。それ以上はすべて利益。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122347"/>
          </a:solidFill>
          <a:ln w="12700">
            <a:solidFill>
              <a:srgbClr val="3DA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 — $17.50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/月継続  ·  毎月支払い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914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あなたの紹介ネットワーク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1325880"/>
            <a:ext cx="640080" cy="64008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583680" y="19842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あなた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60336" y="2194560"/>
            <a:ext cx="18288" cy="3200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2514600"/>
            <a:ext cx="2331720" cy="18288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806440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+$17.50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06440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601968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19088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19088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327648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27648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123176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40296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0296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848856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+$17.50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48856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644384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61504" y="2606040"/>
            <a:ext cx="402336" cy="402336"/>
          </a:xfrm>
          <a:prstGeom prst="ellipse">
            <a:avLst/>
          </a:prstGeom>
          <a:solidFill>
            <a:srgbClr val="1A2544">
              <a:alpha val="70000"/>
            </a:srgbClr>
          </a:solidFill>
          <a:ln w="19050">
            <a:solidFill>
              <a:srgbClr val="8896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61504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7370064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+$?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70064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165592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82712" y="2606040"/>
            <a:ext cx="402336" cy="402336"/>
          </a:xfrm>
          <a:prstGeom prst="ellipse">
            <a:avLst/>
          </a:prstGeom>
          <a:solidFill>
            <a:srgbClr val="1A2544">
              <a:alpha val="70000"/>
            </a:srgbClr>
          </a:solidFill>
          <a:ln w="19050">
            <a:solidFill>
              <a:srgbClr val="8896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82712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7891272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+$?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891272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669280" y="35204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69280" y="35661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あなたの月収 · 紹介3人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669280" y="38130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3人   </a:t>
            </a:r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/月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669280" y="41513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3人   </a:t>
            </a:r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$52.50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/月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669280" y="4572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コミッションは自分のティアで支払い — アップグレードでより高い率を獲得。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A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収入源 1  ·  仕組み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年払い = </a:t>
            </a:r>
            <a:pPr indent="0" marL="0">
              <a:buNone/>
            </a:pPr>
            <a:r>
              <a:rPr lang="en-US" sz="3000" b="1" spc="-5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即時キャッシュ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紹介者が年払いを選択すると、登録日に1年分のコミッションを獲得 — 12ヶ月に分割されません。本物のお金を、今、あなたの財布に。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32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月額プラン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734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Pro紹介10人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0083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$175</a:t>
            </a:r>
            <a:pPr algn="ctr" indent="0" marL="0">
              <a:buNone/>
            </a:pPr>
            <a:r>
              <a:rPr lang="en-US" sz="13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/月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7200" y="35021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毎月支払い、アクティブな限り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7581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</a:t>
            </a:r>
            <a:pPr algn="ctr"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$2,100</a:t>
            </a:r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12ヶ月で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42316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122347"/>
          </a:solidFill>
          <a:ln w="25400">
            <a:solidFill>
              <a:srgbClr val="3DA5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2313432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23134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最安値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0" y="2532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年額プラン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0" y="2734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Pro紹介10人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30083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$1,750</a:t>
            </a:r>
            <a:pPr algn="ctr" indent="0" marL="0">
              <a:buNone/>
            </a:pPr>
            <a:r>
              <a:rPr lang="en-US" sz="13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一括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4754880" y="35021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登録当日に支払い — 年間コミッション全額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37581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さらに: </a:t>
            </a:r>
            <a:pPr algn="ctr" indent="0" marL="0">
              <a:buNone/>
            </a:pPr>
            <a:r>
              <a:rPr lang="en-US" sz="105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毎年更新</a:t>
            </a:r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再度収入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434840"/>
            <a:ext cx="8229600" cy="347472"/>
          </a:xfrm>
          <a:prstGeom prst="roundRect">
            <a:avLst>
              <a:gd name="adj" fmla="val 50000"/>
            </a:avLst>
          </a:prstGeom>
          <a:solidFill>
            <a:srgbClr val="122347"/>
          </a:solidFill>
          <a:ln w="12700">
            <a:solidFill>
              <a:srgbClr val="3DA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434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年額 = </a:t>
            </a:r>
            <a:pPr algn="ctr" indent="0" marL="0">
              <a:buNone/>
            </a:pPr>
            <a:r>
              <a:rPr lang="en-US" sz="13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今日 $1,750 手元に</a:t>
            </a:r>
            <a:pPr algn="ctr" indent="0" marL="0">
              <a:buNone/>
            </a:pPr>
            <a:r>
              <a:rPr lang="en-US" sz="10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対  </a:t>
            </a:r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12ヶ月待って同額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2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4ADE8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4ADE80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収入源 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紹介者があなたと同じティアをアクティブにするたび、40%を即座に獲得 — さらに8レベルグリッドの各ポジションで6.25%。64全て埋め、完成ボーナス獲得、リセット、繰り返し。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ダイレクトコミッション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あなたのティアをアクティブにする紹介者は、ティア価格の40%を即座に支払い。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6.25%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UNI-LEVEL × 8レベル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8×8グリッドの各ポジションで収入 — 8レベル下まで。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完成ボーナス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64ポジション全て埋めてボーナス。グリッドリセット — メンバーが活動している間の継続収入。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0F2E23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理論上の最大値: $103,976*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グリッドはリセットして繰り返し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669280" y="868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あなたの 8×8 収入グリッド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8932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2940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94944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26948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948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58952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90956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8932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8932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0936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62940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2940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94944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4944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26948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6948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58952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0956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98932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8932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30936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62940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2940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94944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4944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26948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8952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90956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960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98932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8932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630936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0936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62940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62940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694944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26948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58952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90956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22960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98932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98932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630936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0936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662940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94944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26948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58952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90956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22960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98932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989320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630936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62940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94944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26948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58952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90956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22960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98932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30936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62940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94944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26948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58952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90956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22960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98932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30936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62940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94944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26948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58952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90956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22960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669280" y="39136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各ポジション = アクティブメンバー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5669280" y="416052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669280" y="4187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8ティア  ·  $20 → $1,000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5669280" y="43799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 → $50 → $100 → $200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5669280" y="45811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 → $600 → $800 → $1,000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2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4ADE8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4ADE80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収入源 2  ·  仕組み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64紹介、 </a:t>
            </a:r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1完全サイクル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シナリオ:64人の個人紹介があなたと同じティアをアクティブに。各ティアでの収入 — そして8ティアを通した累計。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210312"/>
          </a:xfrm>
          <a:prstGeom prst="rect">
            <a:avLst/>
          </a:prstGeom>
          <a:solidFill>
            <a:srgbClr val="0F2E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8600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ティア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97280" y="228600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価格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03120" y="228600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ダイレクト (40%)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566160" y="228600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UNI-LEVEL (6.25%)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94960" y="228600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0" y="228600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合計 / サイクル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496312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9631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97280" y="249631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03120" y="249631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66160" y="2496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94960" y="249631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58000" y="2496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270662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97280" y="270662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03120" y="270662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$1,280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66160" y="270662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94960" y="270662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58000" y="270662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$1,640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2916936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91693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97280" y="291693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103120" y="291693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$2,560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566160" y="291693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394960" y="291693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$320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58000" y="291693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$3,280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312724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97280" y="3127248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103120" y="312724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$5,120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566160" y="312724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394960" y="312724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$640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858000" y="312724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$6,560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3337560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33756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97280" y="333756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103120" y="333756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$10,240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566160" y="333756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$1,600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394960" y="333756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$1,280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858000" y="333756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$13,120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57200" y="354787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097280" y="354787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$600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103120" y="354787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$15,360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566160" y="35478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$2,400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394960" y="354787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$1,920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858000" y="35478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$19,680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57200" y="3758184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375818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1097280" y="375818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2103120" y="375818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$20,480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3566160" y="375818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$3,200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394960" y="375818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$2,560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858000" y="375818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$26,240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57200" y="3968496"/>
            <a:ext cx="8229600" cy="210312"/>
          </a:xfrm>
          <a:prstGeom prst="rect">
            <a:avLst/>
          </a:prstGeom>
          <a:solidFill>
            <a:srgbClr val="4ADE80">
              <a:alpha val="25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396849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1097280" y="396849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$1,000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2103120" y="39684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$25,600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3566160" y="396849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$4,000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394960" y="39684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$3,200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858000" y="396849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$32,800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57200" y="4389120"/>
            <a:ext cx="8229600" cy="411480"/>
          </a:xfrm>
          <a:prstGeom prst="roundRect">
            <a:avLst>
              <a:gd name="adj" fmla="val 44444"/>
            </a:avLst>
          </a:prstGeom>
          <a:solidFill>
            <a:srgbClr val="0F2E23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8ティア全体の累計合計   </a:t>
            </a:r>
            <a:pPr algn="ctr"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$103,976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グリッドはリセットして繰り返し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C084F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C084F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084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収入源 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あなたの紹介者 — またはマトリックス内の誰でも — がCreative Studio用のクレジットパックを購入すると収入。ダイレクト15%、spillover 10%、完成ボーナス10%。ティア所有不要。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ダイレクト紹介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個人的に紹介した人が購入する各クレジットパック。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SPILLOVER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マトリックス内の非ダイレクトが購入する各パック。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完成ボーナス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3×3マトリックスが埋まる(39ポジション)とボーナス。リセット、繰り返し。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変動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マトリックスは永遠にリセットして繰り返し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868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あなたの利益 NEXUS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15000" y="12344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15000" y="1463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92240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967728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67728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443216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43216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715000" y="1920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15000" y="21488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92240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29984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67728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05472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43216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80960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2560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715000" y="27889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492240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11696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31152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50608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70064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89520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08976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28432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47888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92240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11696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31152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150608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370064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89520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08976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28432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247888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92240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711696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31152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150608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70064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589520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808976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028432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247888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69280" y="299923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+ 9 + 27 = マトリックスあたり 39 ポジション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669280" y="3246120"/>
            <a:ext cx="3200400" cy="1280160"/>
          </a:xfrm>
          <a:prstGeom prst="roundRect">
            <a:avLst>
              <a:gd name="adj" fmla="val 5714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669280" y="32918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8つの独立パックティア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669280" y="35021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  $50  $100  $200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5669280" y="37398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  $600  $800  $1,000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5669280" y="40050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各パックは独自のマトリックス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669280" y="42245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ティア所有不要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C084F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C084F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084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収入源 3  ·  仕組み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使われ、 </a:t>
            </a:r>
            <a:pPr indent="0" marL="0">
              <a:buNone/>
            </a:pPr>
            <a:r>
              <a:rPr lang="en-US" sz="3000" b="1" spc="-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また購入される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クレジットパックはCreative Studio(AI動画、画像、音声)で消費されます。なくなると再購入 — 新しい購入ごとに再度コミッション。これが再購入エンジン。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294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5331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5331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クレジット購入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5438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紹介者が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パックを購入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6430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67462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6499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7462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あなたが稼ぐ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6606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ダイレクト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マトリックス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7598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68630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7667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7667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8630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クレジット消費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7774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AIツールで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クレジット使用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8766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69798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8835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8835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9798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繰り返し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8942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再購入 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あなたに再収入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02336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069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 · $200 パック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297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3ダイレクト × $30 (15%) + 9 L2 × $20 (10%) + 27 L3 × $20 (10%) + 完成 $780 = </a:t>
            </a:r>
            <a:pPr algn="ctr"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$1,590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マトリックスサイクルあたり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754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より多くのクレジットが必要になると、サイクルが再開 — 各購入は新しいマトリックス充填。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FB923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FB923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収入源 4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Academyのプレミアムコースを再販売。獲得した販売の100%を保持 — 道中のたった4回のpass-upでアップラインのIncome Chainsを開きます。販売8以降、すべての販売は永遠にあなたのもの。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すべての販売で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そのティアで資格を得た場合、各販売で完全コミッション。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PASS-UP総数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販売2、4、6、8のみpass-up。販売9以降はすべてあなたのもの。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複数ティア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所有することでティアに資格。高ティア = 大きなコミッション。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3A121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コミッション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Income Chainsを通した無限のカスケード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69280" y="914400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88152" y="1060704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88152" y="1060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55080" y="10241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1280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エントリー層コース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001000" y="106070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669280" y="1719072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88152" y="1865376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88152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55080" y="18288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55080" y="20848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中級層コース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001000" y="186537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669280" y="2523744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88152" y="2670048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88152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55080" y="26334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355080" y="28895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最上層コース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001000" y="2670048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5669280" y="347472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0" y="3520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CHAINS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715000" y="37673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各pass-upはあなたの上にIncome Chainを開きます。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715000" y="40050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あなたのダウンラインがpass-upすると、あなたはそのchainsを受け取る — 無限に上へカスケード。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FB923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FB923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収入源 4  ·  仕組み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1+UP PASS-UP </a:t>
            </a:r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の仕組み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pass-upは合計で4回のみ。販売2、4、6、8がpass-up — アップラインのIncome Chainsを開く。それ以外のすべての販売、販売9以降を含め、100%あなたのもの。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販売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3891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891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保持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13385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85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販売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3385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3385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385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1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828800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販売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828800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28800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自分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28800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保持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523744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3744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販売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523744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523744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23744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2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218688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18688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販売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218688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218688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自分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18688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保持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91363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1363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販売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91363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91363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91363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3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60857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0857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販売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60857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60857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自分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60857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保持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303520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0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販売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03520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#8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303520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303520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4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5998464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98464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販売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998464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#9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998464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自分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998464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保持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693408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93408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販売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693408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#10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693408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自分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693408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保持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738835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8835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販売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38835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#11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38835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自分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38835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保持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808329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08329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販売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808329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#12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08329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自分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808329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保持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457200" y="3794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以降のすべての販売は100%あなたのもの、永遠に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57200" y="4023360"/>
            <a:ext cx="8229600" cy="758952"/>
          </a:xfrm>
          <a:prstGeom prst="roundRect">
            <a:avLst>
              <a:gd name="adj" fmla="val 12048"/>
            </a:avLst>
          </a:prstGeom>
          <a:solidFill>
            <a:srgbClr val="3A121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" y="4069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要点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57200" y="4297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4販売を譲って上に4つのIncome Chainsを開く  ·  そして保持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以降の</a:t>
            </a:r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すべての販売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457200" y="4535424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ダウンラインのpass-upsはあなたのIncome Chainsを上昇 — 無限の深さのチーム収入を創造。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 Income Streams</dc:title>
  <dc:subject>PptxGenJS Presentation</dc:subject>
  <dc:creator>SuperAdPro</dc:creator>
  <cp:lastModifiedBy>SuperAdPro</cp:lastModifiedBy>
  <cp:revision>1</cp:revision>
  <dcterms:created xsi:type="dcterms:W3CDTF">2026-04-24T12:15:29Z</dcterms:created>
  <dcterms:modified xsi:type="dcterms:W3CDTF">2026-04-24T12:15:29Z</dcterms:modified>
</cp:coreProperties>
</file>