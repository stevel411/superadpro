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Income Streams - SuperAdPro (Italiano)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Membership Referrals - SuperAdPro (Italiano)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Campaign Grid - SuperAdPro (Italiano)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Credit Nexus - SuperAdPro (Italiano)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Course Academy - SuperAdPro (Italiano)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SuperAdPro — 4 Income Streams (Italiano)</dc:title>
  <dc:subject>PptxGenJS Presentation</dc:subject>
  <dc:creator>SuperAdPro</dc:creator>
  <cp:lastModifiedBy>SuperAdPro</cp:lastModifiedBy>
  <cp:revision>1</cp:revision>
  <dcterms:created xsi:type="dcterms:W3CDTF">2026-04-14T17:46:10Z</dcterms:created>
  <dcterms:modified xsi:type="dcterms:W3CDTF">2026-04-14T17:46:10Z</dcterms:modified>
</cp:coreProperties>
</file>