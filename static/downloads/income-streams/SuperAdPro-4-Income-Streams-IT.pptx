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TUA VIA VERSO LA LIBERTÀ FINANZIARIA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FONTI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REDDITO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modi per guadagnare con SuperAdPro. Combinali — ogni fonte moltiplica i tuoi risultati.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Abbonamento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$17,50/mese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Massimo teorico: $103.976*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di Commissione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 IA  ·  PAGAMENTI CRYPTO  ·  OPPORTUNITÀ GLOBALE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DI REDDITO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ABBONAMENTO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Guadagna il 50% di commissione ricorrente ogni mese — o incassa in anticipo quando il tuo invitato sceglie l'annuale. Due inviti Pro e l'abbonamento si paga da solo.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RICORRENTE MENSILE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$10/mese per invito Basic · $17,50/mese per Pro. Ogni mese che restano attivi.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INVITI ILLIMITATI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limite. 10 membri Pro = $175/mese. Scala senza tetto.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RIPAGA DA SOLO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inviti Pro coprono il tuo mensile. Tutto il resto è guadagno.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/mese ricorrente  ·  pagato ogni mese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TUA RETE DI INVITI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REDDITO MENSILE · 3 INVITI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 pagate al tuo livello — aggiorna per guadagnare di più.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DI REDDITO 1  ·  COME FUNZIONA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ANNUALE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IMMEDIATO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il tuo invitato sceglie l'annuale, guadagni la commissione dell'anno intero il giorno dell'iscrizione — non spalmata su 12 mesi. Soldi veri, subito, in tasca.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MENSILE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Inviti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Pagato ogni mese, finché restano attivi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12 mesi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MIGLIORE OFFERTA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ANNUALE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Inviti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anticipo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Pagato lo stesso giorno dell'iscrizione — commissione dell'anno intero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Inoltre: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rinnovano ogni anno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guadagni di nuovo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Annuale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 in mano oggi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aspettare 12 mesi per la stessa cifra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DI REDDITO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volta che il tuo invitato attiva il tuo stesso livello, guadagni il 40% all'istante — più il 6,25% su ogni posizione della tua grid a 8 livelli. Riempi tutte le 64, incassa il bonus, reset, ripeti.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COMMISSIONE DIRETTA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invitato che attiva il tuo livello ti paga il 40% all'istante.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LIVELLI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Guadagna su ogni posizione della tua grid 8×8 — 8 livelli sotto di te.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COMPLETAMENTO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Riempi le 64 posizioni, bonus. La grid si resetta — reddito ricorrente finché i membri rimangono attivi.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Massimo teorico: $103.976*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le grid si resettano e ripetono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TUA GRID DI REDDITO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posizione = un membro attivo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LIVELLI  ·  $20 → $1.000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DI REDDITO 2  ·  COME FUNZIONA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INVITI,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CICLO COMPLETO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64 inviti personali attivano il tuo stesso livello. Ecco cosa guadagni per livello — e il cumulativo sugli 8 livelli.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LIVELLO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DIRETTA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(6,25%)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 / CICLO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 CUMULATO SUGLI 8 LIVELLI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$103.976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le grid si resettano e ripetono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DI REDDITO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i tuoi invitati — o chiunque nella tua matrice — comprano pacchetti di crediti per Creative Studio, guadagni. 15% sui diretti, 10% sullo spillover, 10% di bonus. Nessun livello richiesto.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INVITI DIRETTI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pacchetto di crediti comprato da chi hai invitato personalmente.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pacchetto comprato da chi nella tua matrice non è un diretto.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COMPLETAMENTO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la matrice 3×3 si riempie (39 posizioni), bonus. Reset, ripeti.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Variabile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le matrici si resettano e ripetono per sempre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NEXUS DI PROFITTO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posizioni per matrice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LIVELLI DI PACCHETTI INDIPENDENTI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pacchetto ha la propria matrice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livello richiesto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DI REDDITO 3  ·  COME FUNZIONA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VENGONO USATI,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 RICOMPRATI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crediti sono consumati da Creative Studio (video IA, immagine, voce). Quando finiscono, ricomprano — ogni acquisto paga di nuovo commissioni. Ecco il motore.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COMPRANO CREDITI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L'invitato compra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pacchetto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GUADAGNI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diretto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CREDITI CONSUMATI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Usano i crediti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sugli strumenti 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RIPETERE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Ricomprano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guadagni di nuovo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 · PACCHETTO DA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diretti × $30 (15%) + 9 L2 × $20 (10%) + 27 L3 × $20 (10%) + bonus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 ciclo di matrice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hanno bisogno di più crediti, il ciclo ricomincia — ogni acquisto è un nuovo riempimento.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DI REDDITO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Rivendi i corsi premium di Academy. Tieni il 100% di ogni vendita — con solo 4 pass-up per aprire le Income Chains del tuo upline. Dopo la vendita 8, ogni vendita è tua per sempre.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OGNI VENDITA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Commissione completa su ogni vendita quando sei qualificato al livello.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TOTALI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le vendite 2, 4, 6, 8 passano. Dalla 9 in poi, ogni vendita è tua.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LIVELLI MULTIPLI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 comprando un livello. Livelli più alti = commissioni più grandi.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di commissione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cascata infinita attraverso le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Corso livello base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Corso livello medio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Corso livello avanzato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pass-up apre una Income Chain sopra di te.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il TUO downline fa pass-up, ricevi quelle chains — cascata infinita verso l'alto.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DI REDDITO 4  ·  COME FUNZIONA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4 pass-up in totale. Le vendite 2, 4, 6, 8 passano — aprendo le Income Chains del tuo upline. Ogni altra vendita, inclusa la 9 e oltre, è 100% tua.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VENDITA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ogni vendita successiva è 100% tua, per sempre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 CHIAVE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Cedi 4 vendite per aprire 4 Income Chains verso l'alto  ·  Poi tieni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vendita successiva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pass-up del tuo downline salgono nelle TUE Income Chains — creando reddito di squadra a profondità infinita.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2026-04-24T12:15:27Z</dcterms:created>
  <dcterms:modified xsi:type="dcterms:W3CDTF">2026-04-24T12:15:27Z</dcterms:modified>
</cp:coreProperties>
</file>