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PATH TO FINANCIAL FREEDOM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INCOME </a:t>
            </a:r>
            <a:pPr algn="ctr" indent="0" marL="0">
              <a:buNone/>
            </a:pPr>
            <a:r>
              <a:rPr lang="en-US" sz="44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51460" y="2148840"/>
            <a:ext cx="2697480" cy="1627632"/>
          </a:xfrm>
          <a:prstGeom prst="roundRect">
            <a:avLst>
              <a:gd name="adj" fmla="val 6742"/>
            </a:avLst>
          </a:prstGeom>
          <a:solidFill>
            <a:srgbClr val="0F2A4E"/>
          </a:solidFill>
          <a:ln w="19050">
            <a:solidFill>
              <a:srgbClr val="3DA5FF"/>
            </a:solidFill>
            <a:prstDash val="solid"/>
          </a:ln>
          <a:effectLst>
            <a:outerShdw sx="100000" sy="100000" kx="0" ky="0" algn="bl" rotWithShape="0" blurRad="152400" dist="50800" dir="5400000">
              <a:srgbClr val="3DA5FF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" y="2404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2900" y="27523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2356" y="3246120"/>
            <a:ext cx="2075688" cy="365760"/>
          </a:xfrm>
          <a:prstGeom prst="roundRect">
            <a:avLst>
              <a:gd name="adj" fmla="val 50000"/>
            </a:avLst>
          </a:prstGeom>
          <a:solidFill>
            <a:srgbClr val="000000">
              <a:alpha val="4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" y="32461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$10/mo per referral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3260" y="2148840"/>
            <a:ext cx="2697480" cy="1627632"/>
          </a:xfrm>
          <a:prstGeom prst="roundRect">
            <a:avLst>
              <a:gd name="adj" fmla="val 6742"/>
            </a:avLst>
          </a:prstGeom>
          <a:solidFill>
            <a:srgbClr val="0C2436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23260" y="2404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4700" y="27523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GRID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34156" y="3246120"/>
            <a:ext cx="2075688" cy="365760"/>
          </a:xfrm>
          <a:prstGeom prst="roundRect">
            <a:avLst>
              <a:gd name="adj" fmla="val 50000"/>
            </a:avLst>
          </a:prstGeom>
          <a:solidFill>
            <a:srgbClr val="000000">
              <a:alpha val="4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534156" y="32461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to affiliates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5060" y="2148840"/>
            <a:ext cx="2697480" cy="1627632"/>
          </a:xfrm>
          <a:prstGeom prst="roundRect">
            <a:avLst>
              <a:gd name="adj" fmla="val 6742"/>
            </a:avLst>
          </a:prstGeom>
          <a:solidFill>
            <a:srgbClr val="241552"/>
          </a:solidFill>
          <a:ln w="1905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95060" y="2404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86500" y="27523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CREDITS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05956" y="3246120"/>
            <a:ext cx="2075688" cy="365760"/>
          </a:xfrm>
          <a:prstGeom prst="roundRect">
            <a:avLst>
              <a:gd name="adj" fmla="val 50000"/>
            </a:avLst>
          </a:prstGeom>
          <a:solidFill>
            <a:srgbClr val="000000">
              <a:alpha val="4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05956" y="32461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flat to sponsor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00200" y="402336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0C2E22"/>
          </a:solidFill>
          <a:ln w="15875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50800" dir="5400000">
              <a:srgbClr val="4ADE80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00200" y="4023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NEW  </a:t>
            </a:r>
            <a:pPr algn="ctr"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start earning for just </a:t>
            </a:r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</a:t>
            </a:r>
            <a:pPr algn="ctr"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the </a:t>
            </a:r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Launchpad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E8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MARKETING TOOLS   ·   CRYPTO PAYMENTS   ·   GLOBAL OPPORTUNITY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$10 </a:t>
            </a:r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LAUNCHPAD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on-ramp. A single $10 buy-in switches on the comp plan — you can refer, build a team, earn commissions and withdraw, before full membership. Tools and tiers 1–8 unlock when you upgrade.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123A2B"/>
          </a:solidFill>
          <a:ln w="9525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50800" dir="5400000">
              <a:srgbClr val="4ADE8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226771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23454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ENTRY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81328" y="254203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$10 buy-in turns on earning — refer, build, withdraw.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123A2B"/>
          </a:solidFill>
          <a:ln w="9525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50800" dir="5400000">
              <a:srgbClr val="4ADE8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88950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29672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LAUNCHPAD REFERRAL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3163824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30% — $3 — on every $10 Launchpad you refer.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123A2B"/>
          </a:solidFill>
          <a:ln w="9525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50800" dir="5400000">
              <a:srgbClr val="4ADE8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" y="351129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5890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TIER-0 COMPLETION BONUS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81328" y="3785616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your 16-seat tier-0 grid and bank a $32 bonus.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4617720" cy="402336"/>
          </a:xfrm>
          <a:prstGeom prst="roundRect">
            <a:avLst>
              <a:gd name="adj" fmla="val 50000"/>
            </a:avLst>
          </a:prstGeom>
          <a:solidFill>
            <a:srgbClr val="0E2C20"/>
          </a:solidFill>
          <a:ln w="15875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50800" dir="5400000">
              <a:srgbClr val="4ADE8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27939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 →  $10 Launchpad  →  Full Member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3-RUNG LADDER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1325880"/>
            <a:ext cx="3108960" cy="749808"/>
          </a:xfrm>
          <a:prstGeom prst="roundRect">
            <a:avLst>
              <a:gd name="adj" fmla="val 12195"/>
            </a:avLst>
          </a:prstGeom>
          <a:solidFill>
            <a:srgbClr val="0E2C20"/>
          </a:solidFill>
          <a:ln w="12700">
            <a:solidFill>
              <a:srgbClr val="2A4A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MEMBER · $20/mo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+ tiers 1–8 unlocked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77840" y="2075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77840" y="2331720"/>
            <a:ext cx="3108960" cy="749808"/>
          </a:xfrm>
          <a:prstGeom prst="roundRect">
            <a:avLst>
              <a:gd name="adj" fmla="val 12195"/>
            </a:avLst>
          </a:prstGeom>
          <a:solidFill>
            <a:srgbClr val="123A2A"/>
          </a:solidFill>
          <a:ln w="22225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50800" dir="5400000">
              <a:srgbClr val="4ADE8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15000" y="2450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LAUNCHPAD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earning now — refer, earn, withdraw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77840" y="3081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77840" y="3337560"/>
            <a:ext cx="3108960" cy="749808"/>
          </a:xfrm>
          <a:prstGeom prst="roundRect">
            <a:avLst>
              <a:gd name="adj" fmla="val 12195"/>
            </a:avLst>
          </a:prstGeom>
          <a:solidFill>
            <a:srgbClr val="0E2C20"/>
          </a:solidFill>
          <a:ln w="12700">
            <a:solidFill>
              <a:srgbClr val="2A4A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15000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SIGNUP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15000" y="37490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only — can’t earn yet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9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Launchpad = Profit Grid tier 0 · upgrade to full membership anytime.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</a:t>
            </a:r>
            <a:pPr indent="0" marL="0">
              <a:buNone/>
            </a:pPr>
            <a:r>
              <a:rPr lang="en-US" sz="2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a flat $10 every month for each active referral — or collect upfront when they choose annual. Just two referrals and your membership pays for itself.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16294C"/>
          </a:solidFill>
          <a:ln w="9525">
            <a:solidFill>
              <a:srgbClr val="3DA5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226771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23454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ACTIVE REFERRAL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81328" y="254203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every month they stay active — same $10 on every tier.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16294C"/>
          </a:solidFill>
          <a:ln w="9525">
            <a:solidFill>
              <a:srgbClr val="3DA5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88950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29672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REFERRALS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3163824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 on how many you refer. 10 referrals = $100/mo.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16294C"/>
          </a:solidFill>
          <a:ln w="9525">
            <a:solidFill>
              <a:srgbClr val="3DA5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" y="351129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5890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FOR ITSELF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81328" y="3785616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active referrals cover your $20/mo. The rest is profit.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4617720" cy="402336"/>
          </a:xfrm>
          <a:prstGeom prst="roundRect">
            <a:avLst>
              <a:gd name="adj" fmla="val 50000"/>
            </a:avLst>
          </a:prstGeom>
          <a:solidFill>
            <a:srgbClr val="112643"/>
          </a:solidFill>
          <a:ln w="15875">
            <a:solidFill>
              <a:srgbClr val="3DA5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27939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$10/mo per active referral</a:t>
            </a:r>
            <a:pPr algn="ctr" indent="0" marL="0">
              <a:buNone/>
            </a:pPr>
            <a:r>
              <a:rPr lang="en-US" sz="1100" b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paid every month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REFERRAL NETWORK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280160"/>
            <a:ext cx="640080" cy="640080"/>
          </a:xfrm>
          <a:prstGeom prst="ellipse">
            <a:avLst/>
          </a:prstGeom>
          <a:solidFill>
            <a:srgbClr val="FFC933"/>
          </a:solidFill>
          <a:ln/>
          <a:effectLst>
            <a:outerShdw sx="100000" sy="100000" kx="0" ky="0" algn="bl" rotWithShape="0" blurRad="152400" dist="50800" dir="5400000">
              <a:srgbClr val="FFC933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1938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0" y="2139696"/>
            <a:ext cx="0" cy="164592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2304288"/>
            <a:ext cx="2560320" cy="0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2304288"/>
            <a:ext cx="0" cy="146304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2450592"/>
            <a:ext cx="457200" cy="457200"/>
          </a:xfrm>
          <a:prstGeom prst="ellipse">
            <a:avLst/>
          </a:prstGeom>
          <a:solidFill>
            <a:srgbClr val="16294C"/>
          </a:solidFill>
          <a:ln w="15875">
            <a:solidFill>
              <a:srgbClr val="3DA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2633472"/>
            <a:ext cx="91440" cy="91440"/>
          </a:xfrm>
          <a:prstGeom prst="ellipse">
            <a:avLst/>
          </a:prstGeom>
          <a:solidFill>
            <a:srgbClr val="3DA5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29626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46520" y="2304288"/>
            <a:ext cx="0" cy="146304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450592"/>
            <a:ext cx="457200" cy="457200"/>
          </a:xfrm>
          <a:prstGeom prst="ellipse">
            <a:avLst/>
          </a:prstGeom>
          <a:solidFill>
            <a:srgbClr val="16294C"/>
          </a:solidFill>
          <a:ln w="15875">
            <a:solidFill>
              <a:srgbClr val="3DA5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633472"/>
            <a:ext cx="91440" cy="91440"/>
          </a:xfrm>
          <a:prstGeom prst="ellipse">
            <a:avLst/>
          </a:prstGeom>
          <a:solidFill>
            <a:srgbClr val="3DA5FF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29626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0" y="2304288"/>
            <a:ext cx="0" cy="146304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2450592"/>
            <a:ext cx="457200" cy="457200"/>
          </a:xfrm>
          <a:prstGeom prst="ellipse">
            <a:avLst/>
          </a:prstGeom>
          <a:solidFill>
            <a:srgbClr val="16294C"/>
          </a:solidFill>
          <a:ln w="15875">
            <a:solidFill>
              <a:srgbClr val="3DA5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2633472"/>
            <a:ext cx="91440" cy="91440"/>
          </a:xfrm>
          <a:prstGeom prst="ellipse">
            <a:avLst/>
          </a:prstGeom>
          <a:solidFill>
            <a:srgbClr val="3DA5FF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280" y="29626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18120" y="2304288"/>
            <a:ext cx="0" cy="146304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2450592"/>
            <a:ext cx="457200" cy="457200"/>
          </a:xfrm>
          <a:prstGeom prst="ellipse">
            <a:avLst/>
          </a:prstGeom>
          <a:solidFill>
            <a:srgbClr val="16294C"/>
          </a:solidFill>
          <a:ln w="15875">
            <a:solidFill>
              <a:srgbClr val="3DA5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0" y="2633472"/>
            <a:ext cx="91440" cy="91440"/>
          </a:xfrm>
          <a:prstGeom prst="ellipse">
            <a:avLst/>
          </a:prstGeom>
          <a:solidFill>
            <a:srgbClr val="3DA5FF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0" y="29626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503920" y="2304288"/>
            <a:ext cx="0" cy="146304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75320" y="2450592"/>
            <a:ext cx="457200" cy="457200"/>
          </a:xfrm>
          <a:prstGeom prst="ellipse">
            <a:avLst/>
          </a:prstGeom>
          <a:solidFill>
            <a:srgbClr val="16294C"/>
          </a:solidFill>
          <a:ln w="15875">
            <a:solidFill>
              <a:srgbClr val="3DA5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58200" y="2633472"/>
            <a:ext cx="91440" cy="91440"/>
          </a:xfrm>
          <a:prstGeom prst="ellipse">
            <a:avLst/>
          </a:prstGeom>
          <a:solidFill>
            <a:srgbClr val="3DA5FF"/>
          </a:solidFill>
          <a:ln/>
        </p:spPr>
      </p:sp>
      <p:sp>
        <p:nvSpPr>
          <p:cNvPr id="46" name="Text 44"/>
          <p:cNvSpPr/>
          <p:nvPr/>
        </p:nvSpPr>
        <p:spPr>
          <a:xfrm>
            <a:off x="8183880" y="29626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0" y="32004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12643"/>
          </a:solidFill>
          <a:ln w="12700">
            <a:solidFill>
              <a:srgbClr val="3DA5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86400" y="3337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MONTHLY INCOME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06440" y="3730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referrals</a:t>
            </a:r>
            <a:pPr algn="l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$30/mo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806440" y="4069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referrals</a:t>
            </a:r>
            <a:pPr algn="l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$100/mo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486400" y="4389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9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$10 per referral, every tier.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UNLOCKS UPFRONT CASH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referral chooses annual, you earn $100 upfront the day they sign up — not spread across the year. That’s real money in your wallet, now.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12643"/>
          </a:solidFill>
          <a:ln w="12700">
            <a:solidFill>
              <a:srgbClr val="24386A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468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C9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referrals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$100/mo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monthly, every month they stay active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23A2A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50800" dir="5400000">
              <a:srgbClr val="4ADE8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03720" y="2139696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21396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83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CASH NOW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0600" y="2468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788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annual referrals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0632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 today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983480" y="3703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the same day they join — $100 per annual referral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37360" y="4315968"/>
            <a:ext cx="5669280" cy="402336"/>
          </a:xfrm>
          <a:prstGeom prst="roundRect">
            <a:avLst>
              <a:gd name="adj" fmla="val 50000"/>
            </a:avLst>
          </a:prstGeom>
          <a:solidFill>
            <a:srgbClr val="112643"/>
          </a:solidFill>
          <a:ln w="15875">
            <a:solidFill>
              <a:srgbClr val="3DA5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28800" y="431596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 in your hand today</a:t>
            </a:r>
            <a:pPr algn="ctr" indent="0" marL="0">
              <a:buNone/>
            </a:pPr>
            <a:r>
              <a:rPr lang="en-US" sz="1100" b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paid upfront, the day they join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</a:t>
            </a:r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your referral activates the same tier, you earn 30% instantly — then 6.25% on every position through 8 levels. Fill all 16 seats, earn a completion bonus, reset, repeat.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103247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226771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23454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COMMISSION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81328" y="254203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referral who activates your tier pays you 30% instantly.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103247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88950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29672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LEVELS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3163824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on every position through 8 levels of depth below you.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103247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" y="351129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5890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BONUS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81328" y="3785616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all 16 seats, earn a bonus. Grid resets — then repeats.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4617720" cy="402336"/>
          </a:xfrm>
          <a:prstGeom prst="roundRect">
            <a:avLst>
              <a:gd name="adj" fmla="val 50000"/>
            </a:avLst>
          </a:prstGeom>
          <a:solidFill>
            <a:srgbClr val="0C2436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27939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Profit Grid commissions go to affiliates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4×4 INCOME GRID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31052" y="1325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C933"/>
          </a:solidFill>
          <a:ln/>
          <a:effectLst>
            <a:outerShdw sx="100000" sy="100000" kx="0" ky="0" algn="bl" rotWithShape="0" blurRad="152400" dist="50800" dir="5400000">
              <a:srgbClr val="FFC933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3105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61404" y="1325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/>
          <a:effectLst>
            <a:outerShdw sx="100000" sy="100000" kx="0" ky="0" algn="bl" rotWithShape="0" blurRad="152400" dist="50800" dir="5400000">
              <a:srgbClr val="FBBF24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25996" y="1490472"/>
            <a:ext cx="82296" cy="82296"/>
          </a:xfrm>
          <a:prstGeom prst="ellipse">
            <a:avLst/>
          </a:prstGeom>
          <a:solidFill>
            <a:srgbClr val="0818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191756" y="1325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/>
          <a:effectLst>
            <a:outerShdw sx="100000" sy="100000" kx="0" ky="0" algn="bl" rotWithShape="0" blurRad="152400" dist="50800" dir="5400000">
              <a:srgbClr val="FBBF24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56348" y="1490472"/>
            <a:ext cx="82296" cy="82296"/>
          </a:xfrm>
          <a:prstGeom prst="ellipse">
            <a:avLst/>
          </a:prstGeom>
          <a:solidFill>
            <a:srgbClr val="08182E"/>
          </a:solidFill>
          <a:ln/>
        </p:spPr>
      </p:sp>
      <p:sp>
        <p:nvSpPr>
          <p:cNvPr id="28" name="Shape 26"/>
          <p:cNvSpPr/>
          <p:nvPr/>
        </p:nvSpPr>
        <p:spPr>
          <a:xfrm>
            <a:off x="7722108" y="1325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31052" y="18562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52400" dist="50800" dir="5400000">
              <a:srgbClr val="22D3EE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5644" y="2020824"/>
            <a:ext cx="82296" cy="82296"/>
          </a:xfrm>
          <a:prstGeom prst="ellipse">
            <a:avLst/>
          </a:prstGeom>
          <a:solidFill>
            <a:srgbClr val="08182E"/>
          </a:solidFill>
          <a:ln/>
        </p:spPr>
      </p:sp>
      <p:sp>
        <p:nvSpPr>
          <p:cNvPr id="31" name="Shape 29"/>
          <p:cNvSpPr/>
          <p:nvPr/>
        </p:nvSpPr>
        <p:spPr>
          <a:xfrm>
            <a:off x="6661404" y="18562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52400" dist="50800" dir="5400000">
              <a:srgbClr val="22D3EE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25996" y="2020824"/>
            <a:ext cx="82296" cy="82296"/>
          </a:xfrm>
          <a:prstGeom prst="ellipse">
            <a:avLst/>
          </a:prstGeom>
          <a:solidFill>
            <a:srgbClr val="08182E"/>
          </a:solidFill>
          <a:ln/>
        </p:spPr>
      </p:sp>
      <p:sp>
        <p:nvSpPr>
          <p:cNvPr id="33" name="Shape 31"/>
          <p:cNvSpPr/>
          <p:nvPr/>
        </p:nvSpPr>
        <p:spPr>
          <a:xfrm>
            <a:off x="7191756" y="18562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/>
          <a:effectLst>
            <a:outerShdw sx="100000" sy="100000" kx="0" ky="0" algn="bl" rotWithShape="0" blurRad="152400" dist="50800" dir="5400000">
              <a:srgbClr val="FBBF24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56348" y="2020824"/>
            <a:ext cx="82296" cy="82296"/>
          </a:xfrm>
          <a:prstGeom prst="ellipse">
            <a:avLst/>
          </a:prstGeom>
          <a:solidFill>
            <a:srgbClr val="08182E"/>
          </a:solidFill>
          <a:ln/>
        </p:spPr>
      </p:sp>
      <p:sp>
        <p:nvSpPr>
          <p:cNvPr id="35" name="Shape 33"/>
          <p:cNvSpPr/>
          <p:nvPr/>
        </p:nvSpPr>
        <p:spPr>
          <a:xfrm>
            <a:off x="7722108" y="18562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31052" y="238658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52400" dist="50800" dir="5400000">
              <a:srgbClr val="22D3EE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95644" y="2551176"/>
            <a:ext cx="82296" cy="82296"/>
          </a:xfrm>
          <a:prstGeom prst="ellipse">
            <a:avLst/>
          </a:prstGeom>
          <a:solidFill>
            <a:srgbClr val="08182E"/>
          </a:solidFill>
          <a:ln/>
        </p:spPr>
      </p:sp>
      <p:sp>
        <p:nvSpPr>
          <p:cNvPr id="38" name="Shape 36"/>
          <p:cNvSpPr/>
          <p:nvPr/>
        </p:nvSpPr>
        <p:spPr>
          <a:xfrm>
            <a:off x="6661404" y="238658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91756" y="238658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2108" y="238658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31052" y="29169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61404" y="29169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91756" y="29169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22108" y="29169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34655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   </a:t>
            </a:r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    </a:t>
            </a:r>
            <a:pPr algn="ctr" indent="0" marL="0">
              <a:buNone/>
            </a:pPr>
            <a:r>
              <a:rPr lang="en-US" sz="95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algn="ctr"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0" y="3886200"/>
            <a:ext cx="3291840" cy="841248"/>
          </a:xfrm>
          <a:prstGeom prst="roundRect">
            <a:avLst>
              <a:gd name="adj" fmla="val 8696"/>
            </a:avLst>
          </a:prstGeom>
          <a:solidFill>
            <a:srgbClr val="0C2436"/>
          </a:solidFill>
          <a:ln w="12700">
            <a:solidFill>
              <a:srgbClr val="1E4A63"/>
            </a:solidFill>
            <a:prstDash val="solid"/>
          </a:ln>
          <a:effectLst>
            <a:outerShdw sx="100000" sy="100000" kx="0" ky="0" algn="bl" rotWithShape="0" blurRad="152400" dist="50800" dir="5400000">
              <a:srgbClr val="22D3EE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0" y="39684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TIERS  ·  $20 → $1,000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0" y="42245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·  $50  ·  $100  ·  $200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0" y="44439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·  $600  ·  $800  ·  $1,000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 GRID CYCLE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grid is 16 seats. When seat 16 fills, the completion bonus pays out and a fresh grid opens — here’s the bonus at every tier. Direct (30%) and uni-level (6.25% × 8) pay on top, per activation.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938528"/>
            <a:ext cx="6583680" cy="310896"/>
          </a:xfrm>
          <a:prstGeom prst="rect">
            <a:avLst/>
          </a:prstGeom>
          <a:solidFill>
            <a:srgbClr val="0E3346"/>
          </a:solidFill>
          <a:ln/>
        </p:spPr>
      </p:sp>
      <p:sp>
        <p:nvSpPr>
          <p:cNvPr id="8" name="Text 6"/>
          <p:cNvSpPr/>
          <p:nvPr/>
        </p:nvSpPr>
        <p:spPr>
          <a:xfrm>
            <a:off x="1389888" y="1938528"/>
            <a:ext cx="2582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55034" y="1938528"/>
            <a:ext cx="15288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PRICE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66790" y="1938528"/>
            <a:ext cx="1923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BONUS (20%)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2249424"/>
            <a:ext cx="6583680" cy="283464"/>
          </a:xfrm>
          <a:prstGeom prst="rect">
            <a:avLst/>
          </a:prstGeom>
          <a:solidFill>
            <a:srgbClr val="0B2030"/>
          </a:solidFill>
          <a:ln/>
        </p:spPr>
      </p:sp>
      <p:sp>
        <p:nvSpPr>
          <p:cNvPr id="12" name="Text 10"/>
          <p:cNvSpPr/>
          <p:nvPr/>
        </p:nvSpPr>
        <p:spPr>
          <a:xfrm>
            <a:off x="1389888" y="2249424"/>
            <a:ext cx="25822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45306" y="2249424"/>
            <a:ext cx="171175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57062" y="2249424"/>
            <a:ext cx="197876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280160" y="2532888"/>
            <a:ext cx="6583680" cy="283464"/>
          </a:xfrm>
          <a:prstGeom prst="rect">
            <a:avLst/>
          </a:prstGeom>
          <a:solidFill>
            <a:srgbClr val="0E2A3E"/>
          </a:solidFill>
          <a:ln/>
        </p:spPr>
      </p:sp>
      <p:sp>
        <p:nvSpPr>
          <p:cNvPr id="16" name="Text 14"/>
          <p:cNvSpPr/>
          <p:nvPr/>
        </p:nvSpPr>
        <p:spPr>
          <a:xfrm>
            <a:off x="1389888" y="2532888"/>
            <a:ext cx="25822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45306" y="2532888"/>
            <a:ext cx="171175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57062" y="2532888"/>
            <a:ext cx="197876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280160" y="2816352"/>
            <a:ext cx="6583680" cy="283464"/>
          </a:xfrm>
          <a:prstGeom prst="rect">
            <a:avLst/>
          </a:prstGeom>
          <a:solidFill>
            <a:srgbClr val="0B2030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888" y="2816352"/>
            <a:ext cx="25822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45306" y="2816352"/>
            <a:ext cx="171175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57062" y="2816352"/>
            <a:ext cx="197876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280160" y="3099816"/>
            <a:ext cx="6583680" cy="283464"/>
          </a:xfrm>
          <a:prstGeom prst="rect">
            <a:avLst/>
          </a:prstGeom>
          <a:solidFill>
            <a:srgbClr val="0E2A3E"/>
          </a:solidFill>
          <a:ln/>
        </p:spPr>
      </p:sp>
      <p:sp>
        <p:nvSpPr>
          <p:cNvPr id="24" name="Text 22"/>
          <p:cNvSpPr/>
          <p:nvPr/>
        </p:nvSpPr>
        <p:spPr>
          <a:xfrm>
            <a:off x="1389888" y="3099816"/>
            <a:ext cx="25822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045306" y="3099816"/>
            <a:ext cx="171175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57062" y="3099816"/>
            <a:ext cx="197876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280160" y="3383280"/>
            <a:ext cx="6583680" cy="283464"/>
          </a:xfrm>
          <a:prstGeom prst="rect">
            <a:avLst/>
          </a:prstGeom>
          <a:solidFill>
            <a:srgbClr val="0B2030"/>
          </a:solidFill>
          <a:ln/>
        </p:spPr>
      </p:sp>
      <p:sp>
        <p:nvSpPr>
          <p:cNvPr id="28" name="Text 26"/>
          <p:cNvSpPr/>
          <p:nvPr/>
        </p:nvSpPr>
        <p:spPr>
          <a:xfrm>
            <a:off x="1389888" y="3383280"/>
            <a:ext cx="25822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45306" y="3383280"/>
            <a:ext cx="171175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57062" y="3383280"/>
            <a:ext cx="197876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280160" y="3666744"/>
            <a:ext cx="6583680" cy="283464"/>
          </a:xfrm>
          <a:prstGeom prst="rect">
            <a:avLst/>
          </a:prstGeom>
          <a:solidFill>
            <a:srgbClr val="0E2A3E"/>
          </a:solidFill>
          <a:ln/>
        </p:spPr>
      </p:sp>
      <p:sp>
        <p:nvSpPr>
          <p:cNvPr id="32" name="Text 30"/>
          <p:cNvSpPr/>
          <p:nvPr/>
        </p:nvSpPr>
        <p:spPr>
          <a:xfrm>
            <a:off x="1389888" y="3666744"/>
            <a:ext cx="25822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045306" y="3666744"/>
            <a:ext cx="171175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57062" y="3666744"/>
            <a:ext cx="197876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280160" y="3950208"/>
            <a:ext cx="6583680" cy="283464"/>
          </a:xfrm>
          <a:prstGeom prst="rect">
            <a:avLst/>
          </a:prstGeom>
          <a:solidFill>
            <a:srgbClr val="0B2030"/>
          </a:solidFill>
          <a:ln/>
        </p:spPr>
      </p:sp>
      <p:sp>
        <p:nvSpPr>
          <p:cNvPr id="36" name="Text 34"/>
          <p:cNvSpPr/>
          <p:nvPr/>
        </p:nvSpPr>
        <p:spPr>
          <a:xfrm>
            <a:off x="1389888" y="3950208"/>
            <a:ext cx="25822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045306" y="3950208"/>
            <a:ext cx="171175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757062" y="3950208"/>
            <a:ext cx="197876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280160" y="4233672"/>
            <a:ext cx="6583680" cy="283464"/>
          </a:xfrm>
          <a:prstGeom prst="rect">
            <a:avLst/>
          </a:prstGeom>
          <a:solidFill>
            <a:srgbClr val="0E2A3E"/>
          </a:solidFill>
          <a:ln/>
        </p:spPr>
      </p:sp>
      <p:sp>
        <p:nvSpPr>
          <p:cNvPr id="40" name="Text 38"/>
          <p:cNvSpPr/>
          <p:nvPr/>
        </p:nvSpPr>
        <p:spPr>
          <a:xfrm>
            <a:off x="1389888" y="4233672"/>
            <a:ext cx="25822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045306" y="4233672"/>
            <a:ext cx="171175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57062" y="4233672"/>
            <a:ext cx="197876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280160" y="45811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9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bonus is exact (16 × tier price × 20%). Direct and uni-level earnings depend on your own activity — illustration, not a guarantee of income.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</a:t>
            </a:r>
            <a:pPr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referrals buy credit packs for the Creative Studio, you earn a flat 20% — on their first purchase and every repurchase. No matrix, no levels, no tier ownership required.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281A5E"/>
          </a:solidFill>
          <a:ln w="9525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226771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23454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— EVERY PACK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81328" y="254203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20% to you, the direct sponsor, on every pack they buy.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281A5E"/>
          </a:solidFill>
          <a:ln w="9525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88950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29672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BUY &amp; EVERY REBUY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3163824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get consumed — they buy again, you earn 20% again.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4617720" cy="566928"/>
          </a:xfrm>
          <a:prstGeom prst="roundRect">
            <a:avLst>
              <a:gd name="adj" fmla="val 11290"/>
            </a:avLst>
          </a:prstGeom>
          <a:solidFill>
            <a:srgbClr val="281A5E"/>
          </a:solidFill>
          <a:ln w="9525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" y="351129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5890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TIER REQUIRED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81328" y="3785616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on your referrals’ packs no matter what you own.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4617720" cy="402336"/>
          </a:xfrm>
          <a:prstGeom prst="roundRect">
            <a:avLst>
              <a:gd name="adj" fmla="val 50000"/>
            </a:avLst>
          </a:prstGeom>
          <a:solidFill>
            <a:srgbClr val="1E1248"/>
          </a:solidFill>
          <a:ln w="15875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27939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20% to the direct sponsor</a:t>
            </a:r>
            <a:pPr algn="ctr" indent="0" marL="0">
              <a:buNone/>
            </a:pPr>
            <a:r>
              <a:rPr lang="en-US" sz="1100" b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every repurchase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FLOWS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13258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E1248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9788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referral buys a credit pack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1993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675120" y="2395728"/>
            <a:ext cx="914400" cy="914400"/>
          </a:xfrm>
          <a:prstGeom prst="ellipse">
            <a:avLst/>
          </a:prstGeom>
          <a:solidFill>
            <a:srgbClr val="2C1C66"/>
          </a:solidFill>
          <a:ln w="1905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23957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806440" y="3310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806440" y="3703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E1248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97880" y="3703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earn </a:t>
            </a:r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to your wallet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9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pack tiers  ·  $20 → $1,000  ·  no tier ownership required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GET USED, THEN BOUGHT AGAIN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packs are consumed by the Creative Studio — AI video, image and voiceover generation. When members run out, they buy again, and each purchase pays you 20% again. That’s the repurchase engine.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" y="23317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1E1248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33856" y="2478024"/>
            <a:ext cx="402336" cy="402336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9" name="Text 7"/>
          <p:cNvSpPr/>
          <p:nvPr/>
        </p:nvSpPr>
        <p:spPr>
          <a:xfrm>
            <a:off x="1133856" y="2478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0624" y="2935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CREDITS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3172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purchases a credit pack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49424" y="2331720"/>
            <a:ext cx="329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78608" y="23317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1E1248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478024"/>
            <a:ext cx="402336" cy="402336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478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78608" y="2935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EARN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70048" y="3172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to your wallet, instantly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07408" y="2331720"/>
            <a:ext cx="329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36592" y="23317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1E1248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9824" y="2478024"/>
            <a:ext cx="402336" cy="402336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49824" y="2478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36592" y="2935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CONSUMED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3172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use credits on AI tools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65392" y="2331720"/>
            <a:ext cx="329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94576" y="23317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1E1248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5400000">
              <a:srgbClr val="C084FC">
                <a:alpha val="3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2478024"/>
            <a:ext cx="402336" cy="402336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7" name="Text 25"/>
          <p:cNvSpPr/>
          <p:nvPr/>
        </p:nvSpPr>
        <p:spPr>
          <a:xfrm>
            <a:off x="7607808" y="2478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94576" y="2935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86016" y="3172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buy again — you earn again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0" y="3822192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23A2A"/>
          </a:solidFill>
          <a:ln w="15875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50800" dir="5400000">
              <a:srgbClr val="4ADE8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86000" y="38221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 pack  =  </a:t>
            </a:r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 to you</a:t>
            </a:r>
            <a:pPr algn="ctr"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every purchase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71600" y="45537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need more credits, the cycle starts over — each repurchase pays you again.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SuperAdPro — 3 Income Streams</dc:title>
  <dc:subject>PptxGenJS Presentation</dc:subject>
  <dc:creator>SuperAdPro</dc:creator>
  <cp:lastModifiedBy>SuperAdPro</cp:lastModifiedBy>
  <cp:revision>1</cp:revision>
  <dcterms:created xsi:type="dcterms:W3CDTF">2026-06-16T15:02:56Z</dcterms:created>
  <dcterms:modified xsi:type="dcterms:W3CDTF">2026-06-16T15:02:56Z</dcterms:modified>
</cp:coreProperties>
</file>