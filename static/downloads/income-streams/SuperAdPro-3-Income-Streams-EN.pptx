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923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PATH TO FINANCIAL FREEDOM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INCOME </a:t>
            </a:r>
            <a:pPr algn="ctr" indent="0" marL="0">
              <a:buNone/>
            </a:pPr>
            <a:r>
              <a:rPr lang="en-US" sz="44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251460" y="2148840"/>
            <a:ext cx="2697480" cy="1627632"/>
          </a:xfrm>
          <a:prstGeom prst="roundRect">
            <a:avLst>
              <a:gd name="adj" fmla="val 6742"/>
            </a:avLst>
          </a:prstGeom>
          <a:solidFill>
            <a:srgbClr val="0F2A4E"/>
          </a:solidFill>
          <a:ln w="19050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3DA5FF">
                <a:alpha val="3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" y="24048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42900" y="27523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62356" y="3246120"/>
            <a:ext cx="2075688" cy="365760"/>
          </a:xfrm>
          <a:prstGeom prst="roundRect">
            <a:avLst>
              <a:gd name="adj" fmla="val 50000"/>
            </a:avLst>
          </a:prstGeom>
          <a:solidFill>
            <a:srgbClr val="000000">
              <a:alpha val="4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62356" y="32461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$10/mo per referral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23260" y="2148840"/>
            <a:ext cx="2697480" cy="1627632"/>
          </a:xfrm>
          <a:prstGeom prst="roundRect">
            <a:avLst>
              <a:gd name="adj" fmla="val 6742"/>
            </a:avLst>
          </a:prstGeom>
          <a:solidFill>
            <a:srgbClr val="0C2436"/>
          </a:solidFill>
          <a:ln w="19050">
            <a:solidFill>
              <a:srgbClr val="22D3EE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3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23260" y="24048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3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14700" y="27523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GRID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534156" y="3246120"/>
            <a:ext cx="2075688" cy="365760"/>
          </a:xfrm>
          <a:prstGeom prst="roundRect">
            <a:avLst>
              <a:gd name="adj" fmla="val 50000"/>
            </a:avLst>
          </a:prstGeom>
          <a:solidFill>
            <a:srgbClr val="000000">
              <a:alpha val="4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534156" y="32461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to affiliates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5060" y="2148840"/>
            <a:ext cx="2697480" cy="1627632"/>
          </a:xfrm>
          <a:prstGeom prst="roundRect">
            <a:avLst>
              <a:gd name="adj" fmla="val 6742"/>
            </a:avLst>
          </a:prstGeom>
          <a:solidFill>
            <a:srgbClr val="241552"/>
          </a:solidFill>
          <a:ln w="1905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95060" y="24048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3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86500" y="27523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CREDITS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05956" y="3246120"/>
            <a:ext cx="2075688" cy="365760"/>
          </a:xfrm>
          <a:prstGeom prst="roundRect">
            <a:avLst>
              <a:gd name="adj" fmla="val 50000"/>
            </a:avLst>
          </a:prstGeom>
          <a:solidFill>
            <a:srgbClr val="000000">
              <a:alpha val="48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505956" y="32461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flat to sponsor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600200" y="4023360"/>
            <a:ext cx="5943600" cy="457200"/>
          </a:xfrm>
          <a:prstGeom prst="roundRect">
            <a:avLst>
              <a:gd name="adj" fmla="val 50000"/>
            </a:avLst>
          </a:prstGeom>
          <a:solidFill>
            <a:srgbClr val="0C2E22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600200" y="4023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NEW  </a:t>
            </a:r>
            <a:pPr algn="ctr"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start earning for just </a:t>
            </a:r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</a:t>
            </a:r>
            <a:pPr algn="ctr"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</a:t>
            </a:r>
            <a:pPr algn="ctr"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Launchpad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7E8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MARKETING TOOLS   ·   CRYPTO PAYMENTS   ·   GLOBAL OPPORTUNITY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$10 </a:t>
            </a:r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LAUNCHPAD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910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on-ramp. A single $10 buy-in switches on the comp plan — you can refer, build a team, earn commissions and withdraw, before full membership. Tools and tiers 1–8 unlock when you upgrade.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23A2B"/>
          </a:solidFill>
          <a:ln w="952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" y="226771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81328" y="23454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ENTRY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81328" y="2542032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$10 buy-in turns on earning — refer, build, withdraw.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23A2B"/>
          </a:solidFill>
          <a:ln w="952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" y="288950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81328" y="29672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LAUNCHPAD REFERRAL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81328" y="3163824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30% — $3 — on every $10 Launchpad you refer.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57200" y="3511296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23A2B"/>
          </a:solidFill>
          <a:ln w="952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" y="351129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81328" y="35890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TIER-0 COMPLETION BONUS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481328" y="3785616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your 16-seat tier-0 grid and bank a $32 bonus.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4617720" cy="402336"/>
          </a:xfrm>
          <a:prstGeom prst="roundRect">
            <a:avLst>
              <a:gd name="adj" fmla="val 50000"/>
            </a:avLst>
          </a:prstGeom>
          <a:solidFill>
            <a:srgbClr val="0E2C20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42793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 →  $10 Launchpad  →  Full Member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3-RUNG LADDER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325880"/>
            <a:ext cx="3108960" cy="749808"/>
          </a:xfrm>
          <a:prstGeom prst="roundRect">
            <a:avLst>
              <a:gd name="adj" fmla="val 12195"/>
            </a:avLst>
          </a:prstGeom>
          <a:solidFill>
            <a:srgbClr val="0E2C20"/>
          </a:solidFill>
          <a:ln w="12700">
            <a:solidFill>
              <a:srgbClr val="2A4A3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1500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MEMBER · $20/mo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15000" y="1737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+ tiers 1–8 unlocked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77840" y="2075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77840" y="2331720"/>
            <a:ext cx="3108960" cy="749808"/>
          </a:xfrm>
          <a:prstGeom prst="roundRect">
            <a:avLst>
              <a:gd name="adj" fmla="val 12195"/>
            </a:avLst>
          </a:prstGeom>
          <a:solidFill>
            <a:srgbClr val="123A2A"/>
          </a:solidFill>
          <a:ln w="2222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715000" y="24505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LAUNCHPAD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743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earning now — refer, earn, withdraw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577840" y="3081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577840" y="3337560"/>
            <a:ext cx="3108960" cy="749808"/>
          </a:xfrm>
          <a:prstGeom prst="roundRect">
            <a:avLst>
              <a:gd name="adj" fmla="val 12195"/>
            </a:avLst>
          </a:prstGeom>
          <a:solidFill>
            <a:srgbClr val="0E2C20"/>
          </a:solidFill>
          <a:ln w="12700">
            <a:solidFill>
              <a:srgbClr val="2A4A3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715000" y="34564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SIGNUP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715000" y="37490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only — can’t earn yet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0" y="4251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Launchpad = Profit Grid tier 0 · upgrade to full membership anytime.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923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MEMBERSHIP </a:t>
            </a:r>
            <a:pPr indent="0" marL="0">
              <a:buNone/>
            </a:pPr>
            <a:r>
              <a:rPr lang="en-US" sz="2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9105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a flat $10 every month for each active referral — or collect upfront when they choose annual. Just two referrals and your membership pays for itself.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6294C"/>
          </a:solidFill>
          <a:ln w="9525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" y="226771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81328" y="23454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ACTIVE REFERRAL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81328" y="2542032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every month they stay active — same $10 on every tier.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6294C"/>
          </a:solidFill>
          <a:ln w="9525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" y="288950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81328" y="29672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REFERRALS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81328" y="3163824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 on how many you refer. 10 referrals = $100/mo.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57200" y="3511296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6294C"/>
          </a:solidFill>
          <a:ln w="9525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" y="351129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81328" y="35890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FOR ITSELF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481328" y="3785616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active referrals cover your $20/mo. The rest is profit.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4617720" cy="402336"/>
          </a:xfrm>
          <a:prstGeom prst="roundRect">
            <a:avLst>
              <a:gd name="adj" fmla="val 50000"/>
            </a:avLst>
          </a:prstGeom>
          <a:solidFill>
            <a:srgbClr val="112643"/>
          </a:solidFill>
          <a:ln w="15875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42793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$10/mo per active referral</a:t>
            </a:r>
            <a:pPr algn="ctr" indent="0" marL="0">
              <a:buNone/>
            </a:pPr>
            <a:r>
              <a:rPr lang="en-US" sz="11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paid every month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REFERRAL NETWORK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12280" y="1280160"/>
            <a:ext cx="640080" cy="640080"/>
          </a:xfrm>
          <a:prstGeom prst="ellipse">
            <a:avLst/>
          </a:prstGeom>
          <a:solidFill>
            <a:srgbClr val="FFC933"/>
          </a:solidFill>
          <a:ln/>
          <a:effectLst>
            <a:outerShdw sx="100000" sy="100000" kx="0" ky="0" algn="bl" rotWithShape="0" blurRad="152400" dist="50800" dir="5400000">
              <a:srgbClr val="FFC933">
                <a:alpha val="5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1228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812280" y="19385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132320" y="2139696"/>
            <a:ext cx="0" cy="164592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2304288"/>
            <a:ext cx="2560320" cy="0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60720" y="2304288"/>
            <a:ext cx="0" cy="146304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32120" y="2450592"/>
            <a:ext cx="457200" cy="457200"/>
          </a:xfrm>
          <a:prstGeom prst="ellipse">
            <a:avLst/>
          </a:prstGeom>
          <a:solidFill>
            <a:srgbClr val="16294C"/>
          </a:solidFill>
          <a:ln w="15875">
            <a:solidFill>
              <a:srgbClr val="3DA5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15000" y="2633472"/>
            <a:ext cx="91440" cy="91440"/>
          </a:xfrm>
          <a:prstGeom prst="ellipse">
            <a:avLst/>
          </a:prstGeom>
          <a:solidFill>
            <a:srgbClr val="3DA5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40680" y="29626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46520" y="2304288"/>
            <a:ext cx="0" cy="146304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2450592"/>
            <a:ext cx="457200" cy="457200"/>
          </a:xfrm>
          <a:prstGeom prst="ellipse">
            <a:avLst/>
          </a:prstGeom>
          <a:solidFill>
            <a:srgbClr val="16294C"/>
          </a:solidFill>
          <a:ln w="15875">
            <a:solidFill>
              <a:srgbClr val="3DA5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2633472"/>
            <a:ext cx="91440" cy="91440"/>
          </a:xfrm>
          <a:prstGeom prst="ellipse">
            <a:avLst/>
          </a:prstGeom>
          <a:solidFill>
            <a:srgbClr val="3DA5FF"/>
          </a:solidFill>
          <a:ln/>
        </p:spPr>
      </p:sp>
      <p:sp>
        <p:nvSpPr>
          <p:cNvPr id="34" name="Text 32"/>
          <p:cNvSpPr/>
          <p:nvPr/>
        </p:nvSpPr>
        <p:spPr>
          <a:xfrm>
            <a:off x="6126480" y="29626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32320" y="2304288"/>
            <a:ext cx="0" cy="146304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03720" y="2450592"/>
            <a:ext cx="457200" cy="457200"/>
          </a:xfrm>
          <a:prstGeom prst="ellipse">
            <a:avLst/>
          </a:prstGeom>
          <a:solidFill>
            <a:srgbClr val="16294C"/>
          </a:solidFill>
          <a:ln w="15875">
            <a:solidFill>
              <a:srgbClr val="3DA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086600" y="2633472"/>
            <a:ext cx="91440" cy="91440"/>
          </a:xfrm>
          <a:prstGeom prst="ellipse">
            <a:avLst/>
          </a:prstGeom>
          <a:solidFill>
            <a:srgbClr val="3DA5FF"/>
          </a:solidFill>
          <a:ln/>
        </p:spPr>
      </p:sp>
      <p:sp>
        <p:nvSpPr>
          <p:cNvPr id="38" name="Text 36"/>
          <p:cNvSpPr/>
          <p:nvPr/>
        </p:nvSpPr>
        <p:spPr>
          <a:xfrm>
            <a:off x="6812280" y="29626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818120" y="2304288"/>
            <a:ext cx="0" cy="146304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89520" y="2450592"/>
            <a:ext cx="457200" cy="457200"/>
          </a:xfrm>
          <a:prstGeom prst="ellipse">
            <a:avLst/>
          </a:prstGeom>
          <a:solidFill>
            <a:srgbClr val="16294C"/>
          </a:solidFill>
          <a:ln w="15875">
            <a:solidFill>
              <a:srgbClr val="3DA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0" y="2633472"/>
            <a:ext cx="91440" cy="91440"/>
          </a:xfrm>
          <a:prstGeom prst="ellipse">
            <a:avLst/>
          </a:prstGeom>
          <a:solidFill>
            <a:srgbClr val="3DA5FF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0" y="29626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503920" y="2304288"/>
            <a:ext cx="0" cy="146304"/>
          </a:xfrm>
          <a:prstGeom prst="line">
            <a:avLst/>
          </a:prstGeom>
          <a:noFill/>
          <a:ln w="19050">
            <a:solidFill>
              <a:srgbClr val="3A4E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5320" y="2450592"/>
            <a:ext cx="457200" cy="457200"/>
          </a:xfrm>
          <a:prstGeom prst="ellipse">
            <a:avLst/>
          </a:prstGeom>
          <a:solidFill>
            <a:srgbClr val="16294C"/>
          </a:solidFill>
          <a:ln w="15875">
            <a:solidFill>
              <a:srgbClr val="3DA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58200" y="2633472"/>
            <a:ext cx="91440" cy="91440"/>
          </a:xfrm>
          <a:prstGeom prst="ellipse">
            <a:avLst/>
          </a:prstGeom>
          <a:solidFill>
            <a:srgbClr val="3DA5FF"/>
          </a:solidFill>
          <a:ln/>
        </p:spPr>
      </p:sp>
      <p:sp>
        <p:nvSpPr>
          <p:cNvPr id="46" name="Text 44"/>
          <p:cNvSpPr/>
          <p:nvPr/>
        </p:nvSpPr>
        <p:spPr>
          <a:xfrm>
            <a:off x="8183880" y="29626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0" y="320040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12643"/>
          </a:solidFill>
          <a:ln w="12700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2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486400" y="3337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MONTHLY INCOME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806440" y="37307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referrals</a:t>
            </a:r>
            <a:pPr algn="l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$30/mo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5806440" y="40690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referrals</a:t>
            </a:r>
            <a:pPr algn="l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$100/mo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486400" y="43891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$10 per referral, every tier.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923C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UNLOCKS UPFRONT CASH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your referral chooses annual, you earn $100 upfront the day they sign up — not spread across the year. That’s real money in your wallet, now.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112643"/>
          </a:solidFill>
          <a:ln w="12700">
            <a:solidFill>
              <a:srgbClr val="24386A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4688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PLAN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referrals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$100/mo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monthly, every month they stay active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2286000"/>
            <a:ext cx="3886200" cy="1828800"/>
          </a:xfrm>
          <a:prstGeom prst="roundRect">
            <a:avLst>
              <a:gd name="adj" fmla="val 5000"/>
            </a:avLst>
          </a:prstGeom>
          <a:solidFill>
            <a:srgbClr val="123A2A"/>
          </a:solidFill>
          <a:ln w="19050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903720" y="2139696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6903720" y="2139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83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 CASH NOW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00600" y="24688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PLAN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7889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annual referrals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306324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 today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the same day they join — $100 per annual referral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737360" y="4315968"/>
            <a:ext cx="5669280" cy="402336"/>
          </a:xfrm>
          <a:prstGeom prst="roundRect">
            <a:avLst>
              <a:gd name="adj" fmla="val 50000"/>
            </a:avLst>
          </a:prstGeom>
          <a:solidFill>
            <a:srgbClr val="112643"/>
          </a:solidFill>
          <a:ln w="15875">
            <a:solidFill>
              <a:srgbClr val="3DA5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828800" y="4315968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 in your hand today</a:t>
            </a:r>
            <a:pPr algn="ctr" indent="0" marL="0">
              <a:buNone/>
            </a:pPr>
            <a:r>
              <a:rPr lang="en-US" sz="11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paid upfront, the day they join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</a:t>
            </a:r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9105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your referral activates the same tier, you earn 30% instantly — then 6.25% on every position through 8 levels. Fill all 16 seats, earn a completion bonus, reset, repeat.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03247"/>
          </a:solidFill>
          <a:ln w="9525">
            <a:solidFill>
              <a:srgbClr val="22D3EE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" y="226771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81328" y="23454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COMMISSION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81328" y="2542032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referral who activates your tier pays you 30% instantly.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03247"/>
          </a:solidFill>
          <a:ln w="9525">
            <a:solidFill>
              <a:srgbClr val="22D3EE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" y="288950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81328" y="29672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× 8 LEVELS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81328" y="3163824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on every position through 8 levels of depth below you.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57200" y="3511296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103247"/>
          </a:solidFill>
          <a:ln w="9525">
            <a:solidFill>
              <a:srgbClr val="22D3EE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" y="351129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81328" y="35890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BONUS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481328" y="3785616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all 16 seats, earn a bonus. Grid resets — then repeats.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4617720" cy="402336"/>
          </a:xfrm>
          <a:prstGeom prst="roundRect">
            <a:avLst>
              <a:gd name="adj" fmla="val 50000"/>
            </a:avLst>
          </a:prstGeom>
          <a:solidFill>
            <a:srgbClr val="0C2436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42793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Profit Grid commissions go to affiliates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4×4 INCOME GRID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31052" y="13258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FC933"/>
          </a:solidFill>
          <a:ln/>
          <a:effectLst>
            <a:outerShdw sx="100000" sy="100000" kx="0" ky="0" algn="bl" rotWithShape="0" blurRad="152400" dist="50800" dir="5400000">
              <a:srgbClr val="FFC933">
                <a:alpha val="5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3105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61404" y="13258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BBF24"/>
          </a:solidFill>
          <a:ln/>
          <a:effectLst>
            <a:outerShdw sx="100000" sy="100000" kx="0" ky="0" algn="bl" rotWithShape="0" blurRad="152400" dist="50800" dir="5400000">
              <a:srgbClr val="FBBF24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25996" y="1490472"/>
            <a:ext cx="82296" cy="82296"/>
          </a:xfrm>
          <a:prstGeom prst="ellipse">
            <a:avLst/>
          </a:prstGeom>
          <a:solidFill>
            <a:srgbClr val="08182E"/>
          </a:solidFill>
          <a:ln/>
        </p:spPr>
      </p:sp>
      <p:sp>
        <p:nvSpPr>
          <p:cNvPr id="26" name="Shape 24"/>
          <p:cNvSpPr/>
          <p:nvPr/>
        </p:nvSpPr>
        <p:spPr>
          <a:xfrm>
            <a:off x="7191756" y="13258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BBF24"/>
          </a:solidFill>
          <a:ln/>
          <a:effectLst>
            <a:outerShdw sx="100000" sy="100000" kx="0" ky="0" algn="bl" rotWithShape="0" blurRad="152400" dist="50800" dir="5400000">
              <a:srgbClr val="FBBF24">
                <a:alpha val="4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56348" y="1490472"/>
            <a:ext cx="82296" cy="82296"/>
          </a:xfrm>
          <a:prstGeom prst="ellipse">
            <a:avLst/>
          </a:prstGeom>
          <a:solidFill>
            <a:srgbClr val="08182E"/>
          </a:solidFill>
          <a:ln/>
        </p:spPr>
      </p:sp>
      <p:sp>
        <p:nvSpPr>
          <p:cNvPr id="28" name="Shape 26"/>
          <p:cNvSpPr/>
          <p:nvPr/>
        </p:nvSpPr>
        <p:spPr>
          <a:xfrm>
            <a:off x="7722108" y="132588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1052" y="1856232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22D3EE"/>
          </a:solidFill>
          <a:ln/>
          <a:effectLst>
            <a:outerShdw sx="100000" sy="100000" kx="0" ky="0" algn="bl" rotWithShape="0" blurRad="152400" dist="50800" dir="5400000">
              <a:srgbClr val="22D3EE">
                <a:alpha val="4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95644" y="2020824"/>
            <a:ext cx="82296" cy="82296"/>
          </a:xfrm>
          <a:prstGeom prst="ellipse">
            <a:avLst/>
          </a:prstGeom>
          <a:solidFill>
            <a:srgbClr val="0818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661404" y="1856232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22D3EE"/>
          </a:solidFill>
          <a:ln/>
          <a:effectLst>
            <a:outerShdw sx="100000" sy="100000" kx="0" ky="0" algn="bl" rotWithShape="0" blurRad="152400" dist="50800" dir="5400000">
              <a:srgbClr val="22D3EE">
                <a:alpha val="4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25996" y="2020824"/>
            <a:ext cx="82296" cy="82296"/>
          </a:xfrm>
          <a:prstGeom prst="ellipse">
            <a:avLst/>
          </a:prstGeom>
          <a:solidFill>
            <a:srgbClr val="08182E"/>
          </a:solidFill>
          <a:ln/>
        </p:spPr>
      </p:sp>
      <p:sp>
        <p:nvSpPr>
          <p:cNvPr id="33" name="Shape 31"/>
          <p:cNvSpPr/>
          <p:nvPr/>
        </p:nvSpPr>
        <p:spPr>
          <a:xfrm>
            <a:off x="7191756" y="1856232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FBBF24"/>
          </a:solidFill>
          <a:ln/>
          <a:effectLst>
            <a:outerShdw sx="100000" sy="100000" kx="0" ky="0" algn="bl" rotWithShape="0" blurRad="152400" dist="50800" dir="5400000">
              <a:srgbClr val="FBBF24">
                <a:alpha val="4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356348" y="2020824"/>
            <a:ext cx="82296" cy="82296"/>
          </a:xfrm>
          <a:prstGeom prst="ellipse">
            <a:avLst/>
          </a:prstGeom>
          <a:solidFill>
            <a:srgbClr val="08182E"/>
          </a:solidFill>
          <a:ln/>
        </p:spPr>
      </p:sp>
      <p:sp>
        <p:nvSpPr>
          <p:cNvPr id="35" name="Shape 33"/>
          <p:cNvSpPr/>
          <p:nvPr/>
        </p:nvSpPr>
        <p:spPr>
          <a:xfrm>
            <a:off x="7722108" y="1856232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31052" y="2386584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22D3EE"/>
          </a:solidFill>
          <a:ln/>
          <a:effectLst>
            <a:outerShdw sx="100000" sy="100000" kx="0" ky="0" algn="bl" rotWithShape="0" blurRad="152400" dist="50800" dir="5400000">
              <a:srgbClr val="22D3EE">
                <a:alpha val="4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295644" y="2551176"/>
            <a:ext cx="82296" cy="82296"/>
          </a:xfrm>
          <a:prstGeom prst="ellipse">
            <a:avLst/>
          </a:prstGeom>
          <a:solidFill>
            <a:srgbClr val="08182E"/>
          </a:solidFill>
          <a:ln/>
        </p:spPr>
      </p:sp>
      <p:sp>
        <p:nvSpPr>
          <p:cNvPr id="38" name="Shape 36"/>
          <p:cNvSpPr/>
          <p:nvPr/>
        </p:nvSpPr>
        <p:spPr>
          <a:xfrm>
            <a:off x="6661404" y="2386584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91756" y="2386584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22108" y="2386584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31052" y="2916936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61404" y="2916936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91756" y="2916936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22108" y="2916936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0" y="34655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   </a:t>
            </a:r>
            <a:pPr algn="ctr"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Spillover    </a:t>
            </a:r>
            <a:pPr algn="ctr" indent="0" marL="0">
              <a:buNone/>
            </a:pPr>
            <a:r>
              <a:rPr lang="en-US" sz="95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</a:t>
            </a:r>
            <a:pPr algn="ctr"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486400" y="3886200"/>
            <a:ext cx="3291840" cy="841248"/>
          </a:xfrm>
          <a:prstGeom prst="roundRect">
            <a:avLst>
              <a:gd name="adj" fmla="val 8696"/>
            </a:avLst>
          </a:prstGeom>
          <a:solidFill>
            <a:srgbClr val="0C2436"/>
          </a:solidFill>
          <a:ln w="12700">
            <a:solidFill>
              <a:srgbClr val="1E4A63"/>
            </a:solidFill>
            <a:prstDash val="solid"/>
          </a:ln>
          <a:effectLst>
            <a:outerShdw sx="100000" sy="100000" kx="0" ky="0" algn="bl" rotWithShape="0" blurRad="152400" dist="50800" dir="5400000">
              <a:srgbClr val="22D3EE">
                <a:alpha val="2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486400" y="396849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TIERS  ·  $20 → $1,000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486400" y="42245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 ·  $50  ·  $100  ·  $200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0" y="444398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 ·  $600  ·  $800  ·  $1,000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FULL GRID CYCLE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grid is 16 seats. When seat 16 fills, the completion bonus pays out and a fresh grid opens — here’s the bonus at every tier. Direct (30%) and uni-level (6.25% × 8) pay on top, per activation.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80160" y="1938528"/>
            <a:ext cx="6583680" cy="310896"/>
          </a:xfrm>
          <a:prstGeom prst="rect">
            <a:avLst/>
          </a:prstGeom>
          <a:solidFill>
            <a:srgbClr val="0E334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89888" y="1938528"/>
            <a:ext cx="25822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97480" y="19385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193852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(20%)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80160" y="2249424"/>
            <a:ext cx="6583680" cy="283464"/>
          </a:xfrm>
          <a:prstGeom prst="rect">
            <a:avLst/>
          </a:prstGeom>
          <a:solidFill>
            <a:srgbClr val="0B20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89888" y="2249424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97480" y="2249424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55080" y="224942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280160" y="2532888"/>
            <a:ext cx="6583680" cy="283464"/>
          </a:xfrm>
          <a:prstGeom prst="rect">
            <a:avLst/>
          </a:prstGeom>
          <a:solidFill>
            <a:srgbClr val="0E2A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89888" y="2532888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97480" y="2532888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55080" y="2532888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280160" y="2816352"/>
            <a:ext cx="6583680" cy="283464"/>
          </a:xfrm>
          <a:prstGeom prst="rect">
            <a:avLst/>
          </a:prstGeom>
          <a:solidFill>
            <a:srgbClr val="0B2030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89888" y="2816352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97480" y="2816352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55080" y="2816352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280160" y="3099816"/>
            <a:ext cx="6583680" cy="283464"/>
          </a:xfrm>
          <a:prstGeom prst="rect">
            <a:avLst/>
          </a:prstGeom>
          <a:solidFill>
            <a:srgbClr val="0E2A3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389888" y="3099816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697480" y="3099816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55080" y="3099816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$640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280160" y="3383280"/>
            <a:ext cx="6583680" cy="283464"/>
          </a:xfrm>
          <a:prstGeom prst="rect">
            <a:avLst/>
          </a:prstGeom>
          <a:solidFill>
            <a:srgbClr val="0B203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389888" y="3383280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97480" y="3383280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55080" y="3383280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280160" y="3666744"/>
            <a:ext cx="6583680" cy="283464"/>
          </a:xfrm>
          <a:prstGeom prst="rect">
            <a:avLst/>
          </a:prstGeom>
          <a:solidFill>
            <a:srgbClr val="0E2A3E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389888" y="3666744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697480" y="3666744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55080" y="366674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$1,920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280160" y="3950208"/>
            <a:ext cx="6583680" cy="283464"/>
          </a:xfrm>
          <a:prstGeom prst="rect">
            <a:avLst/>
          </a:prstGeom>
          <a:solidFill>
            <a:srgbClr val="0B2030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389888" y="3950208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697480" y="3950208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55080" y="3950208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280160" y="4233672"/>
            <a:ext cx="6583680" cy="283464"/>
          </a:xfrm>
          <a:prstGeom prst="rect">
            <a:avLst/>
          </a:prstGeom>
          <a:solidFill>
            <a:srgbClr val="0E2A3E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389888" y="4233672"/>
            <a:ext cx="25822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697480" y="4233672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355080" y="4233672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280160" y="4846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bonus is exact (16 × tier price × 20%). Direct and uni-level earnings depend on your own activity — illustration, not a guarantee of income.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58768" y="19385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(30%)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58768" y="2249424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58768" y="2532888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858768" y="2816352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3099816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858768" y="3383280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858768" y="3666744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858768" y="3950208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$240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858768" y="4233672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0056" y="193852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(6.25%)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0056" y="224942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0056" y="2532888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$3.13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0056" y="2816352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$6.25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0056" y="3099816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$12.50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0056" y="3383280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$25.00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0056" y="3666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$37.50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0056" y="3950208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$50.00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020056" y="4233672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$62.50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389888" y="4562856"/>
            <a:ext cx="6364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shown per position — earned on every position, 8 levels deep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</a:t>
            </a:r>
            <a:pPr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9105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your referrals buy credit packs for the Creative Studio, you earn a flat 20% — on their first purchase and every repurchase. No matrix, no levels, no tier ownership required.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281A5E"/>
          </a:solidFill>
          <a:ln w="9525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12064" y="226771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81328" y="234543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— EVERY PACK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81328" y="2542032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20% to you, the direct sponsor, on every pack they buy.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281A5E"/>
          </a:solidFill>
          <a:ln w="9525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" y="288950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81328" y="29672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BUY &amp; EVERY REBUY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481328" y="3163824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get consumed — they buy again, you earn 20% again.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57200" y="3511296"/>
            <a:ext cx="4617720" cy="566928"/>
          </a:xfrm>
          <a:prstGeom prst="roundRect">
            <a:avLst>
              <a:gd name="adj" fmla="val 11290"/>
            </a:avLst>
          </a:prstGeom>
          <a:solidFill>
            <a:srgbClr val="281A5E"/>
          </a:solidFill>
          <a:ln w="9525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" y="351129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81328" y="35890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TIER REQUIRED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481328" y="3785616"/>
            <a:ext cx="3502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on your referrals’ packs no matter what you own.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4617720" cy="402336"/>
          </a:xfrm>
          <a:prstGeom prst="roundRect">
            <a:avLst>
              <a:gd name="adj" fmla="val 50000"/>
            </a:avLst>
          </a:prstGeom>
          <a:solidFill>
            <a:srgbClr val="1E1248"/>
          </a:solidFill>
          <a:ln w="15875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4279392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20% to the direct sponsor</a:t>
            </a:r>
            <a:pPr algn="ctr" indent="0" marL="0">
              <a:buNone/>
            </a:pPr>
            <a:r>
              <a:rPr lang="en-US" sz="11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every repurchase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FLOWS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06440" y="132588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1E1248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897880" y="13258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referral buys a credit pack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06440" y="19933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675120" y="2395728"/>
            <a:ext cx="914400" cy="914400"/>
          </a:xfrm>
          <a:prstGeom prst="ellipse">
            <a:avLst/>
          </a:prstGeom>
          <a:solidFill>
            <a:srgbClr val="2C1C66"/>
          </a:solidFill>
          <a:ln w="1905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75120" y="2395728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806440" y="33101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806440" y="37033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1E1248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897880" y="3703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earn </a:t>
            </a:r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to your wallet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0" y="4407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pack tiers  ·  $20 → $1,000  ·  no tier ownership required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274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GET USED, THEN BOUGHT AGAIN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packs are consumed by the Creative Studio — AI video, image and voiceover generation. When members run out, they buy again, and each purchase pays you 20% again. That’s the repurchase engine.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" y="233172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1E1248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33856" y="2478024"/>
            <a:ext cx="402336" cy="402336"/>
          </a:xfrm>
          <a:prstGeom prst="ellipse">
            <a:avLst/>
          </a:prstGeom>
          <a:solidFill>
            <a:srgbClr val="C084FC"/>
          </a:solidFill>
          <a:ln/>
        </p:spPr>
      </p:sp>
      <p:sp>
        <p:nvSpPr>
          <p:cNvPr id="9" name="Text 7"/>
          <p:cNvSpPr/>
          <p:nvPr/>
        </p:nvSpPr>
        <p:spPr>
          <a:xfrm>
            <a:off x="1133856" y="2478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0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0624" y="29352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CREDITS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" y="3172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purchases a credit pack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49424" y="2331720"/>
            <a:ext cx="329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578608" y="233172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1E1248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2478024"/>
            <a:ext cx="402336" cy="402336"/>
          </a:xfrm>
          <a:prstGeom prst="ellipse">
            <a:avLst/>
          </a:prstGeom>
          <a:solidFill>
            <a:srgbClr val="C084FC"/>
          </a:solidFill>
          <a:ln/>
        </p:spPr>
      </p:sp>
      <p:sp>
        <p:nvSpPr>
          <p:cNvPr id="15" name="Text 13"/>
          <p:cNvSpPr/>
          <p:nvPr/>
        </p:nvSpPr>
        <p:spPr>
          <a:xfrm>
            <a:off x="3291840" y="2478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0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578608" y="29352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EARN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70048" y="3172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to your wallet, instantly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07408" y="2331720"/>
            <a:ext cx="329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36592" y="233172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1E1248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49824" y="2478024"/>
            <a:ext cx="402336" cy="402336"/>
          </a:xfrm>
          <a:prstGeom prst="ellipse">
            <a:avLst/>
          </a:prstGeom>
          <a:solidFill>
            <a:srgbClr val="C084FC"/>
          </a:solidFill>
          <a:ln/>
        </p:spPr>
      </p:sp>
      <p:sp>
        <p:nvSpPr>
          <p:cNvPr id="21" name="Text 19"/>
          <p:cNvSpPr/>
          <p:nvPr/>
        </p:nvSpPr>
        <p:spPr>
          <a:xfrm>
            <a:off x="5449824" y="2478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0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36592" y="29352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CONSUMED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28032" y="3172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use credits on AI tools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65392" y="2331720"/>
            <a:ext cx="329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94576" y="2331720"/>
            <a:ext cx="1828800" cy="1234440"/>
          </a:xfrm>
          <a:prstGeom prst="roundRect">
            <a:avLst>
              <a:gd name="adj" fmla="val 7407"/>
            </a:avLst>
          </a:prstGeom>
          <a:solidFill>
            <a:srgbClr val="1E1248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5400000">
              <a:srgbClr val="C084FC">
                <a:alpha val="3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07808" y="2478024"/>
            <a:ext cx="402336" cy="402336"/>
          </a:xfrm>
          <a:prstGeom prst="ellipse">
            <a:avLst/>
          </a:prstGeom>
          <a:solidFill>
            <a:srgbClr val="C084FC"/>
          </a:solidFill>
          <a:ln/>
        </p:spPr>
      </p:sp>
      <p:sp>
        <p:nvSpPr>
          <p:cNvPr id="27" name="Text 25"/>
          <p:cNvSpPr/>
          <p:nvPr/>
        </p:nvSpPr>
        <p:spPr>
          <a:xfrm>
            <a:off x="7607808" y="24780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0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94576" y="29352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86016" y="3172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buy again — you earn again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286000" y="3822192"/>
            <a:ext cx="4572000" cy="640080"/>
          </a:xfrm>
          <a:prstGeom prst="roundRect">
            <a:avLst>
              <a:gd name="adj" fmla="val 14286"/>
            </a:avLst>
          </a:prstGeom>
          <a:solidFill>
            <a:srgbClr val="123A2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152400" dist="50800" dir="5400000">
              <a:srgbClr val="4ADE80">
                <a:alpha val="4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286000" y="382219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 pack  =  </a:t>
            </a:r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 to you</a:t>
            </a:r>
            <a:pPr algn="ctr"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every purchase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71600" y="45537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9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they need more credits, the cycle starts over — each repurchase pays you again.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3 Income Streams</dc:title>
  <dc:subject>PptxGenJS Presentation</dc:subject>
  <dc:creator>SuperAdPro</dc:creator>
  <cp:lastModifiedBy>SuperAdPro</cp:lastModifiedBy>
  <cp:revision>1</cp:revision>
  <dcterms:created xsi:type="dcterms:W3CDTF">2026-06-16T15:02:56Z</dcterms:created>
  <dcterms:modified xsi:type="dcterms:W3CDTF">2026-06-16T15:02:56Z</dcterms:modified>
</cp:coreProperties>
</file>