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9AA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通往财富自由之路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种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57200" y="16642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-1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收入来源</a:t>
            </a:r>
            <a:endParaRPr lang="en-US" sz="5800" dirty="0"/>
          </a:p>
        </p:txBody>
      </p:sp>
      <p:sp>
        <p:nvSpPr>
          <p:cNvPr id="10" name="Text 8"/>
          <p:cNvSpPr/>
          <p:nvPr/>
        </p:nvSpPr>
        <p:spPr>
          <a:xfrm>
            <a:off x="1371600" y="2423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SuperAdPro 提供四种赚钱方式。叠加使用 — 每个来源都会放大你的收益。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来源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会员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3DA5FF">
              <a:alpha val="18000"/>
            </a:srgbClr>
          </a:solidFill>
          <a:ln w="9525">
            <a:solidFill>
              <a:srgbClr val="3DA5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 — $17.50/月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06624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06624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来源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06624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43784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4ADE80">
              <a:alpha val="18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43784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 $103,976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54296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54296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来源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54296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91456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C084FC">
              <a:alpha val="18000"/>
            </a:srgbClr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91456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无上限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601968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01968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来源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01968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739128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FB923C">
              <a:alpha val="18000"/>
            </a:srgbClr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39128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佣金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营销工具  ·  加密货币支付  ·  全球商机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3DA5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收入来源 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会员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推荐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每月获得 50% 经常性佣金 — 或当你的推荐人选择年付时一次性收取。仅需两位 Pro 推荐即可覆盖你的会员费。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每月经常性收入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每位 Basic 推荐 $10/月 · 每位 Pro $17.50/月。只要他们保持活跃。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无限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无限推荐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推荐人数没有上限。10 位 Pro 会员 = $175/月。无上限扩展。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自动回本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两位 Pro 推荐即可覆盖月费。之后的一切都是纯利润。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122347"/>
          </a:solidFill>
          <a:ln w="12700">
            <a:solidFill>
              <a:srgbClr val="3DA5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 — $17.50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/月经常性  ·  每月支付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669280" y="914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你的推荐网络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49440" y="1325880"/>
            <a:ext cx="640080" cy="640080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CD3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0" y="1325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583680" y="1984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260336" y="2194560"/>
            <a:ext cx="18288" cy="3200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0" y="2514600"/>
            <a:ext cx="2331720" cy="18288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80760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97880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7880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806440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+$17.50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601968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19088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19088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327648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27648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123176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40296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940296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848856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+$17.50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848856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644384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61504" y="2606040"/>
            <a:ext cx="402336" cy="402336"/>
          </a:xfrm>
          <a:prstGeom prst="ellipse">
            <a:avLst/>
          </a:prstGeom>
          <a:solidFill>
            <a:srgbClr val="1A2544">
              <a:alpha val="70000"/>
            </a:srgbClr>
          </a:solidFill>
          <a:ln w="19050">
            <a:solidFill>
              <a:srgbClr val="8896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61504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7370064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+$?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70064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下一位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8165592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982712" y="2606040"/>
            <a:ext cx="402336" cy="402336"/>
          </a:xfrm>
          <a:prstGeom prst="ellipse">
            <a:avLst/>
          </a:prstGeom>
          <a:solidFill>
            <a:srgbClr val="1A2544">
              <a:alpha val="70000"/>
            </a:srgbClr>
          </a:solidFill>
          <a:ln w="19050">
            <a:solidFill>
              <a:srgbClr val="8896B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982712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7891272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+$?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891272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下一位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669280" y="3520440"/>
            <a:ext cx="3200400" cy="1005840"/>
          </a:xfrm>
          <a:prstGeom prst="roundRect">
            <a:avLst>
              <a:gd name="adj" fmla="val 7273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69280" y="35661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你的月收入 · 3 位推荐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669280" y="38130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位 Basic   </a:t>
            </a:r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/月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669280" y="415137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位 Pro   </a:t>
            </a:r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$52.50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/月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669280" y="45720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佣金按你自己的级别支付 — 升级以获得更高佣金。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3DA5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收入来源 1  ·  运作方式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年付解锁 </a:t>
            </a:r>
            <a:pPr indent="0" marL="0">
              <a:buNone/>
            </a:pPr>
            <a:r>
              <a:rPr lang="en-US" sz="3000" b="1" spc="-5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即时现金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当你的推荐人选择年付,你会在他们注册当天获得整年的佣金 — 不用分 12 个月。真金白银,立刻到账。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53288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月付计划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27340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位 Pro 推荐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0083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</a:t>
            </a:r>
            <a:pPr algn="ctr" indent="0" marL="0">
              <a:buNone/>
            </a:pPr>
            <a:r>
              <a:rPr lang="en-US" sz="13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/月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57200" y="35021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每月支付,只要他们保持活跃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75818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</a:t>
            </a:r>
            <a:pPr algn="ctr" indent="0" marL="0">
              <a:buNone/>
            </a:pPr>
            <a:r>
              <a:rPr lang="en-US" sz="17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$2,100</a:t>
            </a:r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 个月总计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42316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122347"/>
          </a:solidFill>
          <a:ln w="25400">
            <a:solidFill>
              <a:srgbClr val="3DA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0" y="2313432"/>
            <a:ext cx="960120" cy="256032"/>
          </a:xfrm>
          <a:prstGeom prst="roundRect">
            <a:avLst>
              <a:gd name="adj" fmla="val 28571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2313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0A1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最划算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54880" y="253288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年付计划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0" y="27340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位 Pro 推荐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54880" y="30083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$1,750</a:t>
            </a:r>
            <a:pPr algn="ctr" indent="0" marL="0">
              <a:buNone/>
            </a:pPr>
            <a:r>
              <a:rPr lang="en-US" sz="13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一次性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4754880" y="35021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注册当天支付 — 整年佣金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54880" y="375818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另外: </a:t>
            </a:r>
            <a:pPr algn="ctr" indent="0" marL="0">
              <a:buNone/>
            </a:pPr>
            <a:r>
              <a:rPr lang="en-US" sz="105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每年续订</a:t>
            </a:r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你再次获得佣金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434840"/>
            <a:ext cx="8229600" cy="347472"/>
          </a:xfrm>
          <a:prstGeom prst="roundRect">
            <a:avLst>
              <a:gd name="adj" fmla="val 50000"/>
            </a:avLst>
          </a:prstGeom>
          <a:solidFill>
            <a:srgbClr val="122347"/>
          </a:solidFill>
          <a:ln w="12700">
            <a:solidFill>
              <a:srgbClr val="3DA5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4348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年付 = </a:t>
            </a:r>
            <a:pPr algn="ctr" indent="0" marL="0">
              <a:buNone/>
            </a:pPr>
            <a:r>
              <a:rPr lang="en-US" sz="13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今天 $1,750 到手</a:t>
            </a:r>
            <a:pPr algn="ctr" indent="0" marL="0">
              <a:buNone/>
            </a:pPr>
            <a:r>
              <a:rPr lang="en-US" sz="10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vs  </a:t>
            </a:r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 12 个月拿同样金额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2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4ADE80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4ADE8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收入来源 2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每次你的推荐人激活相同级别,你立即获得 40% — 再加 6.25% 覆盖你 8 层网格的每个位置。填满全部 64 位,获得完成奖金,重置,重复。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直接佣金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每位激活你级别的推荐人立即向你支付该级别价格的 40%。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6.25%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UNI-LEVEL × 8 层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在你的 8×8 网格的每个位置赚钱 — 下方 8 层深度。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完成奖金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填满全部 64 位,获得奖金。网格重置 — 无限经常性收入。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0F2E23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 $103,976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网格重置并重复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669280" y="868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你的 8×8 收入网格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8932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0936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62940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2940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4944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26948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6948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58952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895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90956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8932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8932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30936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62940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2940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94944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4944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26948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6948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58952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0956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2960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98932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893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30936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62940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2940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94944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4944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726948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8952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90956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2960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8932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8932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30936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0936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62940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2940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94944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26948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58952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90956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22960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98932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989320" y="2514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630936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309360" y="2514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662940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94944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26948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58952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90956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22960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98932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98932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630936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62940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94944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26948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58952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90956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22960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98932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30936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2940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4944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26948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58952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90956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22960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98932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30936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62940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94944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26948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8952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90956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22960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669280" y="39136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每个位置 = 一位为你创造佣金的会员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5669280" y="416052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6692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个级别  ·  $20 → $1,000</a:t>
            </a:r>
            <a:endParaRPr lang="en-US" sz="900" dirty="0"/>
          </a:p>
        </p:txBody>
      </p:sp>
      <p:sp>
        <p:nvSpPr>
          <p:cNvPr id="114" name="Text 112"/>
          <p:cNvSpPr/>
          <p:nvPr/>
        </p:nvSpPr>
        <p:spPr>
          <a:xfrm>
            <a:off x="5669280" y="43799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 → $50 → $100 → $200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5669280" y="45811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→ $600 → $800 → $1,000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2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4ADE80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4ADE8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收入来源 2  ·  运作方式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位推荐, </a:t>
            </a:r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个完整周期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场景:64 位个人推荐激活与你相同的级别。以下是你在每个级别的收入 — 以及全部 8 个级别的累积总额。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8229600" cy="210312"/>
          </a:xfrm>
          <a:prstGeom prst="rect">
            <a:avLst/>
          </a:prstGeom>
          <a:solidFill>
            <a:srgbClr val="0F2E2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8600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级别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97280" y="228600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价格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03120" y="228600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 (40%)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566160" y="228600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UNI-LEVEL (6.25%)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394960" y="228600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完成奖金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58000" y="228600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周期总计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496312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4963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97280" y="2496312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03120" y="249631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$512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566160" y="24963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394960" y="249631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858000" y="24963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$656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270662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97280" y="2706624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103120" y="270662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$1,280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566160" y="270662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394960" y="270662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$160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858000" y="270662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$1,640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2916936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91693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97280" y="291693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103120" y="291693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$2,560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566160" y="291693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394960" y="291693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58000" y="291693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$3,280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" y="312724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7280" y="3127248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103120" y="3127248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$5,120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566160" y="312724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$800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394960" y="3127248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$640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858000" y="312724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$6,560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3337560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333756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T5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097280" y="333756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103120" y="333756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$10,240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566160" y="333756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$1,600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394960" y="333756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$1,280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858000" y="333756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$13,120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7200" y="354787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T6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1097280" y="3547872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$600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103120" y="354787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$15,360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3566160" y="354787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$2,400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394960" y="354787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$1,920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858000" y="354787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$19,680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57200" y="3758184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375818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T7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1097280" y="3758184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$800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2103120" y="375818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$20,480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3566160" y="375818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$3,200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394960" y="375818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$2,560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6858000" y="375818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$26,240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457200" y="3968496"/>
            <a:ext cx="8229600" cy="210312"/>
          </a:xfrm>
          <a:prstGeom prst="rect">
            <a:avLst/>
          </a:prstGeom>
          <a:solidFill>
            <a:srgbClr val="4ADE80">
              <a:alpha val="2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7200" y="396849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97280" y="396849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$1,000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2103120" y="396849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$25,600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3566160" y="396849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394960" y="396849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$3,200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6858000" y="396849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$32,800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4389120"/>
            <a:ext cx="8229600" cy="411480"/>
          </a:xfrm>
          <a:prstGeom prst="roundRect">
            <a:avLst>
              <a:gd name="adj" fmla="val 44444"/>
            </a:avLst>
          </a:prstGeom>
          <a:solidFill>
            <a:srgbClr val="0F2E23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全部 8 个级别累积总额   </a:t>
            </a:r>
            <a:pPr algn="ctr"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$103,976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网格重置并重复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0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C084F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C084F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84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收入来源 3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当你的推荐人 — 或你矩阵中的任何人 — 购买 Creative Studio 积分包时,你赚钱。直接推荐 15%,溢出 10%,完成奖金 10%。无需持有级别。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直接推荐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你亲自推荐的人购买的每个积分包。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溢出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你矩阵中非直接推荐的人购买的每个包。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完成奖金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当你的 3×3 矩阵填满(39 个位置),获得奖金。重置,重复。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无上限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矩阵永远重置并重复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669280" y="868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你的利润 NEXUS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715000" y="1234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715000" y="1463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92240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967728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67728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7443216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43216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715000" y="1920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715000" y="2148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492240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29984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67728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05472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43216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80960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15000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715000" y="27889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492240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11696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31152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370064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89520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808976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028432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47888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92240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11696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31152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150608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370064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89520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08976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028432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247888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92240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11696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31152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50608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370064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589520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08976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28432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47888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0" y="2999232"/>
            <a:ext cx="3200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+ 9 + 27 = 每个矩阵 39 个位置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669280" y="3246120"/>
            <a:ext cx="3200400" cy="1280160"/>
          </a:xfrm>
          <a:prstGeom prst="roundRect">
            <a:avLst>
              <a:gd name="adj" fmla="val 5714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669280" y="3291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个独立积分包级别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5669280" y="3502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  $50  $100  $200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5669280" y="37398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 $600  $800  $1,000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5669280" y="40050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每个包都有自己的矩阵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66928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无需持有级别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0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C084F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C084F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84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收入来源 3  ·  运作方式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积分被消耗, </a:t>
            </a:r>
            <a:pPr indent="0" marL="0">
              <a:buNone/>
            </a:pPr>
            <a:r>
              <a:rPr lang="en-US" sz="3000" b="1" spc="-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然后再次购买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积分包被 Creative Studio 消耗(AI 视频、图像、配音)。会员用完后,再次购买 — 每次新购买都会再次支付佣金。这就是再购买引擎。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331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5331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294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购买积分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438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推荐人购买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一个积分包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6430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67462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6499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7462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你赚钱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6606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直接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矩阵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7598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68630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7667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7667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8630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积分被消耗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7774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他们在 AI 工具上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用完积分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8766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69798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9050">
            <a:solidFill>
              <a:srgbClr val="C084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8835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8835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69798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重复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8942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他们再次购买 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你再次赚钱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02336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0690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示例 · $200 积分包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4297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直接 × $30 (15%) + 9 L2 × $20 (10%) + 27 L3 × $20 (10%) + 完成奖金 $780 = </a:t>
            </a:r>
            <a:pPr algn="ctr"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$1,590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每个矩阵周期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754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当他们需要更多积分时,周期重新开始 — 每次购买都是新的矩阵填充。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FB923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B9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收入来源 4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转售 Academy 的优质课程。保留你赚取的每笔销售的 100% — 仅需沿途 4 次 pass-up 为你的上线开启 Income Chains。第 8 次销售之后,每笔销售永远属于你。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每笔销售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当你在该级别合格时,每笔销售支付完整佣金。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 PASS-UP 次数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只有第 2、4、6、8 次销售 pass-up。从第 9 次起,每笔销售都是你的。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多个级别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通过持有某级别来合格。更高级别 = 更大佣金。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3A121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佣金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通过 Income Chains 无限级联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69280" y="914400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88152" y="1060704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88152" y="10607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355080" y="10241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55080" y="1280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入门级课程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01000" y="106070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669280" y="1719072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88152" y="1865376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88152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55080" y="1828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示例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55080" y="20848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中级课程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001000" y="1865376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669280" y="2523744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788152" y="2670048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88152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355080" y="26334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示例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355080" y="28895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高级课程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8001000" y="2670048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5669280" y="347472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0" y="3520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CHAINS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715000" y="37673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每次 pass-up 在你上方开启一条 Income Chain。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15000" y="40050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当你的下线 pass-up 时,你接收这些 chains — 无限向上级联。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FB923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B9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收入来源 4  ·  运作方式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1+UP PASS-UP </a:t>
            </a:r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如何运作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总共只有 4 次 pass-up。第 2、4、6、8 次销售 pass-up — 为你的上线开启 Income Chains。每一笔其他销售,包括第 9 次及以后,都是 100% 你的。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891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891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3385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3385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13385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3385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3385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1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828800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828800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828800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828800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523744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3744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523744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523744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523744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2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218688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18688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218688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218688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18688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91363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1363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91363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91363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1363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3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0857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0857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60857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60857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60857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5303520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03520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303520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5303520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303520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4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998464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98464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5998464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5998464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998464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6693408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93408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693408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693408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693408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738835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8835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8835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738835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38835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808329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8329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销售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808329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08329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08329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57200" y="37947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之后每笔销售 100% 属于你,永远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" y="4023360"/>
            <a:ext cx="8229600" cy="758952"/>
          </a:xfrm>
          <a:prstGeom prst="roundRect">
            <a:avLst>
              <a:gd name="adj" fmla="val 12048"/>
            </a:avLst>
          </a:prstGeom>
          <a:solidFill>
            <a:srgbClr val="3A121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57200" y="40690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重点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457200" y="4297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放弃 4 笔销售以开启 4 条向上的 Income Chains  ·  然后保留 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之后的</a:t>
            </a:r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每一笔销售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57200" y="4535424"/>
            <a:ext cx="8229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你下线的 pass-up 会沿着你的 Income Chains 上升 — 创造无限深度的团队收入。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 Income Streams</dc:title>
  <dc:subject>PptxGenJS Presentation</dc:subject>
  <dc:creator>SuperAdPro</dc:creator>
  <cp:lastModifiedBy>SuperAdPro</cp:lastModifiedBy>
  <cp:revision>1</cp:revision>
  <dcterms:created xsi:type="dcterms:W3CDTF">2026-04-24T12:15:28Z</dcterms:created>
  <dcterms:modified xsi:type="dcterms:W3CDTF">2026-04-24T12:15:28Z</dcterms:modified>
</cp:coreProperties>
</file>