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通往财富自由之路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种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收入来源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SuperAdPro 提供四种赚钱方式。叠加使用 — 每个来源都会放大你的收益。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$17.50/月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理论最大值: $103,976*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可变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佣金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营销工具  ·  加密货币支付  ·  全球商机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收入来源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每月获得 50% 经常性佣金 — 或当你的推荐人选择年付时一次性收取。仅需两位 Pro 推荐即可覆盖你的会员费。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每月经常性收入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每位 Basic 推荐 $10/月 · 每位 Pro $17.50/月。只要他们保持活跃。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无限推荐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推荐人数没有上限。10 位 Pro 会员 = $175/月。无上限扩展。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自动回本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两位 Pro 推荐即可覆盖月费。之后的一切都是纯利润。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/月经常性  ·  每月支付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你的推荐网络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下一位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下一位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你的月收入 · 3 位推荐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位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位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佣金按你自己的级别支付 — 升级以获得更高佣金。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收入来源 1  ·  运作方式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年付解锁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即时现金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当你的推荐人选择年付,你会在他们注册当天获得整年的佣金 — 不用分 12 个月。真金白银,立刻到账。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月付计划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位 Pro 推荐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每月支付,只要他们保持活跃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 个月总计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最划算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年付计划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位 Pro 推荐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一次性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注册当天支付 — 整年佣金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另外: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每年续订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你再次获得佣金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年付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 $1,750 到手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 12 个月拿同样金额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收入来源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每次你的推荐人激活相同级别,你立即获得 40% — 再加 6.25% 覆盖你 8 层网格的每个位置。填满全部 64 位,获得完成奖金,重置,重复。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直接佣金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每位激活你级别的推荐人立即向你支付该级别价格的 40%。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层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在你的 8×8 网格的每个位置赚钱 — 下方 8 层深度。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完成奖金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填满全部 64 位,获得奖金。网格重置 — 当会员保持活跃时的经常性收入。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理论最大值: $103,976*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网格重置并重复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 8×8 收入网格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每个位置 = 一位为你创造佣金的会员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个级别  ·  $20 → $1,000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收入来源 2  ·  运作方式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位推荐,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个完整周期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场景:64 位个人推荐激活与你相同的级别。以下是你在每个级别的收入 — 以及全部 8 个级别的累积总额。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级别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(6.25%)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完成奖金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周期总计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 8 个级别累积总额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网格重置并重复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收入来源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当你的推荐人 — 或你矩阵中的任何人 — 购买 Creative Studio 积分包时,你赚钱。直接推荐 15%,溢出 10%,完成奖金 10%。无需持有级别。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直接推荐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你亲自推荐的人购买的每个积分包。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溢出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你矩阵中非直接推荐的人购买的每个包。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完成奖金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当你的 3×3 矩阵填满(39 个位置),获得奖金。重置,重复。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可变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矩阵永远重置并重复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你的利润 NEXUS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每个矩阵 39 个位置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个独立积分包级别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每个包都有自己的矩阵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无需持有级别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收入来源 3  ·  运作方式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积分被消耗,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然后再次购买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积分包被 Creative Studio 消耗(AI 视频、图像、配音)。会员用完后,再次购买 — 每次新购买都会再次支付佣金。这就是再购买引擎。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购买积分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推荐人购买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一个积分包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你赚钱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直接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矩阵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积分被消耗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他们在 AI 工具上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用完积分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他们再次购买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你再次赚钱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 · $200 积分包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直接 × $30 (15%) + 9 L2 × $20 (10%) + 27 L3 × $20 (10%) + 完成奖金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每个矩阵周期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当他们需要更多积分时,周期重新开始 — 每次购买都是新的矩阵填充。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收入来源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转售 Academy 的优质课程。保留你赚取的每笔销售的 100% — 仅需沿途 4 次 pass-up 为你的上线开启 Income Chains。第 8 次销售之后,每笔销售永远属于你。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每笔销售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当你在该级别合格时,每笔销售支付完整佣金。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 PASS-UP 次数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只有第 2、4、6、8 次销售 pass-up。从第 9 次起,每笔销售都是你的。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多个级别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通过持有某级别来合格。更高级别 = 更大佣金。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佣金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通过 Income Chains 无限级联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入门级课程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中级课程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高级课程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 pass-up 在你上方开启一条 Income Chain。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当你的下线 pass-up 时,你接收这些 chains — 无限向上级联。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收入来源 4  ·  运作方式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如何运作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总共只有 4 次 pass-up。第 2、4、6、8 次销售 pass-up — 为你的上线开启 Income Chains。每一笔其他销售,包括第 9 次及以后,都是 100% 你的。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之后每笔销售 100% 属于你,永远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放弃 4 笔销售以开启 4 条向上的 Income Chains  ·  然后保留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之后的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每一笔销售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你下线的 pass-up 会沿着你的 Income Chains 上升 — 创造无限深度的团队收入。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2026-04-24T12:15:28Z</dcterms:created>
  <dcterms:modified xsi:type="dcterms:W3CDTF">2026-04-24T12:15:28Z</dcterms:modified>
</cp:coreProperties>
</file>