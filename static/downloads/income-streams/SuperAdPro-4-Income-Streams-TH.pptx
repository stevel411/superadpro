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เส้นทางสู่อิสรภาพทางการเงิน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แหล่ง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รายได้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สี่วิธีหาเงินกับ SuperAdPro ใช้ร่วมกัน — แต่ละแหล่งทวีผลของคุณ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แนะนำ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สมาชิก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$17.50/เดือน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สูงสุดทางทฤษฎี: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ผันแปร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คอมมิชชั่น 100%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 AI  ·  ชำระคริปโต  ·  โอกาสระดับโลก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แหล่งรายได้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แนะนำ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สมาชิก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รับคอมมิชชั่น 50% ทุกเดือน — หรือรับล่วงหน้าเมื่อคนที่แนะนำเลือกรายปี แนะนำ Pro สองคนสมาชิกชำระตัวเอง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รายเดือนซ้ำ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$10/เดือนต่อ Basic · $17.50/เดือนต่อ Pro ทุกเดือนที่ยังแอคทีฟ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ไม่จก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แนะนำไม่จำกัด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ไม่มีเพดาน 10 Pro = $175/เดือน ขยายได้ไม่มีขีดจำกัด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ชำระตัวเอง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สอง Pro ครอบคลุมค่ารายเดือน ที่เหลือเป็นกำไร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/เดือนซ้ำ  ·  จ่ายทุกเดือน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เครือข่ายแนะนำของคุณ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ถัดไป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ถัดไป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รายได้รายเดือน · 3 คน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/เดือน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/เดือน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คอมมิชชั่นจ่ายตามระดับของคุณ — อัปเกรดเพื่อรับอัตราสูงขึ้น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แหล่งรายได้ 1  ·  วิธีทำงาน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รายปี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เงินสดทันที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เมื่อคนที่แนะนำเลือกรายปี คุณรับคอมมิชชั่นทั้งปีในวันที่สมัคร — ไม่ต้องกระจาย 12 เดือน เงินจริง ในกระเป๋า ทันที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แผนรายเดือน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/เดือน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จ่ายทุกเดือน ตราบเท่าที่ยังแอคทีฟ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ใน 12 เดือน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ดีที่สุด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แผนรายปี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ล่วงหน้า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จ่ายวันเดียวกับสมัคร — คอมมิชชั่นทั้งปี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บวก: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ต่ออายุรายปี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คุณได้อีก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รายปี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 ในมือวันนี้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 12 เดือนเพื่อเงินเท่าเดิม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แหล่งรายได้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ทุกครั้งที่คนที่แนะนำเปิดใช้งานระดับเดียวกับคุณ คุณได้ 40% ทันที — และ 6.25% ในทุกตำแหน่งของกริด 8 ชั้น เติมครบ 64 รับโบนัส รีเซ็ต ทำใหม่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คอมมิชชั่นตรง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คนแนะนำทุกคนที่เปิดใช้งานระดับของคุณจ่าย 40% ของราคาระดับทันที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ชั้น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ได้ในทุกตำแหน่งของกริด 8×8 — ลึก 8 ชั้นใต้คุณ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โบนัสเติมเต็ม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เติมครบ 64 ตำแหน่ง ได้โบนัส กริดรีเซ็ต — รายได้ซ้ำขณะที่สมาชิกยังใช้งานอยู่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สูงสุดทางทฤษฎี: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กริดรีเซ็ตและทำใหม่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กริดรายได้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แต่ละตำแหน่ง = สมาชิกแอคทีฟ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ระดับ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แหล่งรายได้ 2  ·  วิธีทำงาน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คน,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รอบเต็ม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สถานการณ์: 64 คนที่แนะนำเป็นการส่วนตัวเปิดใช้ระดับเดียวกับคุณ นี่คือสิ่งที่คุณได้ต่อระดับ — และรวมข้ามทั้ง 8 ระดับ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ราคา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ตรง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โบนัส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 / รอบ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รวมทั้งหมดบน 8 ระดับ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กริดรีเซ็ตและทำใหม่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แหล่งรายได้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เมื่อคนที่แนะนำ — หรือใครก็ได้ในเมทริกซ์ของคุณ — ซื้อแพ็กเครดิตสำหรับ Creative Studio คุณได้ 15% จากตรง 10% จาก spillover โบนัสเติมเต็ม 10% ไม่ต้องครอบครองระดับ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แนะนำตรง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แพ็กเครดิตทุกแพ็กที่คนที่คุณแนะนำตรงซื้อ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แพ็กทุกแพ็กที่คนในเมทริกซ์ที่ไม่ใช่ตรงของคุณซื้อ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โบนัสเติมเต็ม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เมื่อเมทริกซ์ 3×3 เต็ม (39 ตำแหน่ง) ได้โบนัส รีเซ็ต ทำใหม่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ผันแปร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เมทริกซ์รีเซ็ตและทำใหม่ตลอดไป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กำไร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ตำแหน่งต่อเมทริกซ์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ระดับแพ็กอิสระ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แต่ละแพ็กมีเมทริกซ์ของตัวเอง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ไม่ต้องครอบครองระดับ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แหล่งรายได้ 3  ·  วิธีทำงาน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ถูกใช้,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แล้วซื้อใหม่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แพ็กเครดิตถูกใช้ไปใน Creative Studio (วิดีโอ AI ภาพ เสียง) พอหมด พวกเขาซื้อใหม่ — การซื้อแต่ละครั้งจ่ายคอมมิชชั่นอีกครั้ง นั่นคือเครื่องยนต์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ซื้อเครดิต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คนแนะนำซื้อ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แพ็กเครดิต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คุณได้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ตรง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เมทริกซ์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เครดิตถูกใช้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พวกเขาใช้เครดิต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กับเครื่องมือ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ทำซ้ำ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ซื้อใหม่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คุณได้อีก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· แพ็ก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ตรง × $30 (15%) + 9 L2 × $20 (10%) + 27 L3 × $20 (10%) + โบนัส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ต่อรอบเมทริกซ์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เมื่อพวกเขาต้องการเครดิตเพิ่ม รอบเริ่มใหม่ — การซื้อแต่ละครั้งเป็นการเติมเมทริกซ์ใหม่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แหล่งรายได้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ขายต่อคอร์สระดับพรีเมียมจาก Academy เก็บ 100% ของการขายทุกครั้ง — ด้วย pass-up เพียง 4 ครั้งเพื่อเปิด Income Chains ของ upline หลังการขาย 8 ทุกการขายเป็นของคุณตลอดไป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ทุกการขาย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คอมมิชชั่นเต็มทุกการขายเมื่อคุณผ่านคุณสมบัติที่ระดับนั้น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ทั้งหมด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เฉพาะการขาย 2, 4, 6, 8 pass-up จากการขาย 9 ทุกการขายเป็นของคุณ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หลายระดับ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ผ่านคุณสมบัติด้วยการซื้อระดับ ระดับสูง = คอมมิชชั่นใหญ่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คอมมิชชั่น 100%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cascade ไม่จำกัดผ่าน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คอร์สระดับเริ่มต้น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คอร์สระดับกลาง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คอร์สระดับสูง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แต่ละครั้งเปิด Income Chain เหนือคุณ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 downline ของคุณ pass-up คุณรับ chains เหล่านั้น — cascade ไม่จำกัดขึ้นบน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แหล่งรายได้ 4  ·  วิธีทำงาน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วิธีที่ 1+UP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ทำงาน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เพียง 4 ครั้งเท่านั้น การขาย 2, 4, 6, 8 pass-up — เปิด Income Chains ของ upline การขายอื่นทุกครั้ง รวมถึงการขาย 9 และหลังจากนั้น เป็นของคุณ 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ของคุณ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ของคุณ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ของคุณ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ของคุณ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ของคุณ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ของคุณ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ของคุณ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ขาย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ของคุณ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และทุกการขายหลังจากนั้นเป็นของคุณ 100% ตลอดไป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ประเด็นสำคัญ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ยอมเสีย 4 การขายเพื่อเปิด 4 Income Chains ขึ้นบน  ·  แล้วเก็บ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การขายที่ตามมา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ของ downline ไหลขึ้นไปยัง Income Chains ของคุณ — สร้างรายได้ทีมที่ลึกไม่จำกัด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2026-04-24T12:15:32Z</dcterms:created>
  <dcterms:modified xsi:type="dcterms:W3CDTF">2026-04-24T12:15:32Z</dcterms:modified>
</cp:coreProperties>
</file>