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9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재정적 자유로 가는 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4가지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1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수입원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SuperAdPro로 돈을 버는 4가지 방법. 조합하세요 — 각 수입원이 결과를 배가시킵니다.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수입원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멤버십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3DA5FF">
              <a:alpha val="18000"/>
            </a:srgbClr>
          </a:solidFill>
          <a:ln w="9525">
            <a:solidFill>
              <a:srgbClr val="3D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$17.50/월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수입원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43784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최대치: $103,976*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수입원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18000"/>
            </a:srgbClr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가변적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01968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수입원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커미션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마케팅 도구  ·  암호화폐 결제  ·  글로벌 기회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수입원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멤버십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매달 50% 정기 커미션 획득 — 또는 추천인이 연간을 선택하면 선불로. Pro 추천 2명이면 멤버십이 자동으로 충당됩니다.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매월 정기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추천당 $10/월 · Pro당 $17.50/월. 활성 상태인 매월.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무제한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무제한 추천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인원 제한 없음. Pro 10명 = $175/월. 한계 없이 확장.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충당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추천 2명이 월 회비를 커버. 나머지는 모두 순이익.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 정기  ·  매월 지급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나의 추천 네트워크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0336" y="2194560"/>
            <a:ext cx="18288" cy="3200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514600"/>
            <a:ext cx="2331720" cy="18288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27648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23176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48856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70064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65592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82712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891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6928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월 수입 · 추천 3명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3명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3명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$52.50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커미션은 본인 티어로 지급 — 업그레이드하면 더 높은 율.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수입원 1  ·  작동 방식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= </a:t>
            </a:r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현금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추천인이 연간을 선택하면 등록 당일 1년 전체 커미션 획득 — 12개월 분할 아님. 진짜 돈, 지금, 지갑에.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월간 플랜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추천 10명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매월 지급, 활성 상태인 한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$2,100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12개월 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25400">
            <a:solidFill>
              <a:srgbClr val="3DA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3134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최고 혜택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플랜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추천 10명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$1,750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선불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등록 당일 지급 — 1년 전체 커미션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추가로: </a:t>
            </a:r>
            <a:pPr algn="ctr" indent="0" marL="0">
              <a:buNone/>
            </a:pPr>
            <a:r>
              <a:rPr lang="en-US" sz="10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매년 갱신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다시 수익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= </a:t>
            </a:r>
            <a:pPr algn="ctr" indent="0" marL="0">
              <a:buNone/>
            </a:pPr>
            <a:r>
              <a:rPr lang="en-US" sz="13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$1,750 손에</a:t>
            </a:r>
            <a:pPr algn="ctr" indent="0" marL="0">
              <a:buNone/>
            </a:pPr>
            <a:r>
              <a:rPr lang="en-US" sz="10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대  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12개월 기다려서 같은 금액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수입원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추천인이 본인과 같은 티어를 활성화할 때마다 즉시 40% 획득 — 그리고 8레벨 그리드의 각 위치에서 6.25%. 64개 모두 채우고 완성 보너스, 리셋, 반복.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커미션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티어를 활성화하는 각 추천인이 즉시 티어 가격의 40% 지급.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8레벨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8×8 그리드의 각 위치에서 수익 — 8레벨 깊이까지.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 보너스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64개 위치를 모두 채우면 보너스. 그리드 리셋 — 회원이 활성 상태인 동안의 정기 수입.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F2E23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이론적 최대치: $103,976*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그리드 리셋 및 반복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나의 8×8 수입 그리드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095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895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6294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4944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95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3093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294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95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093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294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895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93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895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95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296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093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294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4944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94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895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95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위치 = 활성 멤버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416052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티어  ·  $20 → $1,000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669280" y="4379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→ $50 → $100 → $200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669280" y="4581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$600 → $800 → $1,000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수입원 2  ·  작동 방식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추천,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완전 사이클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시나리오: 64명의 개인 추천이 같은 티어 활성화. 티어별 수입 — 그리고 8티어 누적.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10312"/>
          </a:xfrm>
          <a:prstGeom prst="rect">
            <a:avLst/>
          </a:prstGeom>
          <a:solidFill>
            <a:srgbClr val="0F2E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티어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(40%)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(6.25%)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/ 사이클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96312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16936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29169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$3,280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1272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1272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375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33375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$13,120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35478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7280" y="35478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758184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5818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97280" y="37581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9496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5800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968496"/>
            <a:ext cx="8229600" cy="21031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968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9728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10312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661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44444"/>
            </a:avLst>
          </a:prstGeom>
          <a:solidFill>
            <a:srgbClr val="0F2E23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8티어 전체 누적 합계   </a:t>
            </a:r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$103,976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그리드 리셋 및 반복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수입원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추천인 — 또는 매트릭스의 누구든 — 이 Creative Studio용 크레딧 팩을 구매하면 수익. 직접 15%, spillover 10%, 완성 보너스 10%. 티어 소유 불필요.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추천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본인이 직접 추천한 사람이 구매한 각 크레딧 팩.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SPILLOVER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매트릭스 내 직접 추천이 아닌 사람이 구매한 각 팩.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 보너스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3×3 매트릭스가 채워지면(39 위치) 보너스. 리셋, 반복.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가변적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매트릭스는 영원히 리셋 및 반복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나의 수익 NEXUS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1234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7728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43216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15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70064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2843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169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0064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3115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5060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0897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2843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99923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+ 9 + 27 = 매트릭스당 39 위치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독립 팩 티어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669280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$50  $100  $200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6928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$600  $800  $1,000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6692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팩은 자체 매트릭스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6928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티어 소유 불필요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수입원 3  ·  작동 방식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사용되고, </a:t>
            </a:r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다시 구매됩니다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크레딧 팩은 Creative Studio(AI 비디오, 이미지, 음성)에서 소비됩니다. 떨어지면 재구매 — 각 새 구매마다 다시 커미션. 이것이 재구매 엔진.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크레딧 구매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추천인이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크레딧 팩 구매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430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7462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 발생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606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직접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매트릭스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598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8630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630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크레딧 소비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774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도구에서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크레딧 사용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766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9798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9798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942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재구매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다시 수익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· $200 팩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직접 × $30 (15%) + 9 L2 × $20 (10%) + 27 L3 × $20 (10%) + 완성 $780 = </a:t>
            </a:r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$1,590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매트릭스 사이클당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많은 크레딧이 필요해지면 사이클이 다시 시작 — 각 구매는 새 매트릭스 충전.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수입원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 프리미엄 코스 재판매. 획득한 각 판매의 100% 유지 — 단 4번의 pass-up으로 업라인의 Income Chains 오픈. 판매 8 이후, 모든 판매는 영원히 본인 것.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판매에서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해당 티어에서 자격 시 각 판매에 전액 커미션.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 총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 2, 4, 6, 8만 pass-up. 판매 9부터는 모두 본인 것.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티어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티어를 소유해 자격. 높은 티어 = 큰 커미션.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커미션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Income Chains를 통한 무한 연쇄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1060704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입문 레벨 코스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0607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865376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중급 레벨 코스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18653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88152" y="2670048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상급 레벨 코스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01000" y="26700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34747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CHAINS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pass-up은 위로 Income Chain을 엽니다.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다운라인이 pass-up하면, 그 chains을 받음 — 위로 무한 연쇄.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수입원 4  ·  작동 방식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1+UP PASS-UP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작동 방식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4번의 pass-up만. 판매 2, 4, 6, 8이 pass-up — 업라인의 Income Chains를 염. 판매 9 및 이후 포함, 그 외 모든 판매는 100% 본인 것.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보유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3385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보유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2374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374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1868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보유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1363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1363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363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1363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0857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0857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0857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보유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0352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9846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9846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9846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9846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보유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9340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9340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9340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9340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9340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보유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8835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8835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8835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보유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8329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329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8329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8329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보유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이후 모든 판매는 영원히 100% 본인 것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02336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위로 4개의 Income Chains를 열기 위해 4 판매 양도  ·  그 다음 유지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이후의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모든 판매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7200" y="453542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다운라인의 pass-ups가 내 Income Chains를 타고 올라감 — 무한 깊이 팀 수입 창출.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Income Streams</dc:title>
  <dc:subject>PptxGenJS Presentation</dc:subject>
  <dc:creator>SuperAdPro</dc:creator>
  <cp:lastModifiedBy>SuperAdPro</cp:lastModifiedBy>
  <cp:revision>1</cp:revision>
  <dcterms:created xsi:type="dcterms:W3CDTF">2026-04-24T12:15:29Z</dcterms:created>
  <dcterms:modified xsi:type="dcterms:W3CDTF">2026-04-24T12:15:29Z</dcterms:modified>
</cp:coreProperties>
</file>