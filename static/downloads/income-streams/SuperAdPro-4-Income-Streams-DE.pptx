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WEG ZUR FINANZIELLEN FREIHEIT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EINKOMMENS-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Wege zu verdienen mit SuperAdPro. Kombiniere sie — jede Quelle verstärkt deine Ergebnisse.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Mitglieds-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Empfehlungen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$17,50/Mon.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Theoretischer Höchstwert: $103.976*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Provision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KI-TOOLS  ·  KRYPTO-ZAHLUNGEN  ·  GLOBALE CHANCE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EINKOMMENSQUELLE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MITGLIEDS-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EMPFEHLUNGEN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Verdiene 50% wiederkehrende Provision jeden Monat — oder kassiere im Voraus, wenn dein Empfohlener jährlich wählt. Zwei Pro-Empfehlungen und deine Mitgliedschaft zahlt sich selbst.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MONATLICH WIEDERKEHREND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$10/Monat pro Basic · $17,50/Monat pro Pro. Jeden Monat, solange aktiv.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UNBEGRENZTE EMPFEHLUNGEN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Obergrenze. 10 Pro-Mitglieder = $175/Monat. Skaliere ohne Limit.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ZAHLT SICH SELBST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Pro-Empfehlungen decken deine Mitgliedschaft. Alles weitere ist Gewinn.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/Mon. wiederkehrend  ·  jeden Monat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EMPFEHLUNGSNETZ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MONATSEINKOMMEN · 3 EMPFEHLUNGEN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/Mon.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Provisionen nach deiner Stufe — upgrade für höhere Raten.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EINKOMMENSQUELLE 1  ·  SO FUNKTIONIERT'S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JAHRES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SOFORT-CASH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dein Empfohlener jährlich wählt, bekommst du die ganze Jahresprovision am Tag der Anmeldung — nicht verteilt auf 12 Monate. Echtes Geld, jetzt, direkt in die Tasche.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MONATSPLAN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Pro-Empfehlungen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/Mon.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Monat, solange sie aktiv sind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über 12 Monate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BESTES ANGEBOT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JAHRESPLAN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Pro-Empfehlungen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 Voraus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Anmeldetag bezahlt — volle Jahresprovision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verlängern jährlich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du verdienst erneut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Jährlich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$1.750 heute in der Hand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Monate warten auf denselben Betrag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EINKOMMENSQUELLE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Mal wenn dein Empfohlener deine Stufe aktiviert, verdienst du sofort 40% — plus 6,25% auf jede Position deines 8-Ebenen-Grids. Füll alle 64, kassier den Bonus, reset, wiederholen.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DIREKTE PROVISION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Empfohlener, der deine Stufe aktiviert, zahlt dir 40% sofort.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EBENEN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Verdien an jeder Position deines 8×8-Grids — 8 Ebenen tief unter dir.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ABSCHLUSS-BONUS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Füll alle 64 Positionen, kassier Bonus. Grid resetet — wiederkehrende Einnahmen, solange Mitglieder aktiv bleiben.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Theoretischer Höchstwert: $103.976*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Grids resetten und wiederholen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8×8 EINKOMMENS-GRID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Position = ein aktives Mitglied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STUFEN  ·  $20 → $1.000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EINKOMMENSQUELLE 2  ·  SO FUNKTIONIERT'S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EMPFEHLUNGEN,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VOLLER ZYKLUS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Szenario: 64 persönliche Empfehlungen aktivieren deine Stufe. Hier, was du pro Stufe verdienst — und kumuliert über alle 8 Stufen.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(6,25%)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 / ZYKLUS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KUMULIERT ÜBER ALLE 8 STUFEN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$103.976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Grids resetten und wiederholen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EINKOMMENSQUELLE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deine Empfohlenen — oder irgendwer in deiner Matrix — Credit-Packs für Creative Studio kaufen, verdienst du. 15% auf Direkte, 10% Spillover, 10% Bonus. Kein Stufenbesitz nötig.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DIREKTE EMPFEHLUNGEN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Credit-Pack, den ein persönlich Empfohlener kauft.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Pack, den jemand in deiner Matrix kauft, der kein Direkter ist.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ABSCHLUSS-BONUS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deine 3×3-Matrix voll ist (39 Positionen), Bonus. Reset, wiederholen.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Matrizen resetten und wiederholen für immer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PROFIT NEXUS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Positionen pro Matrix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UNABHÄNGIGE PACK-STUFEN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Pack hat seine eigene Matrix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Stufenbesitz nötig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EINKOMMENSQUELLE 3  ·  SO FUNKTIONIERT'S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VERBRAUCHT,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DANN NACHGEKAUFT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Credit-Packs werden von Creative Studio verbraucht (KI-Video, Bild, Stimme). Wenn leer, kaufen sie nach — jeder Kauf zahlt erneut Provisionen. Das ist der Motor.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KAUFEN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Empfohlener kauft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einen Pack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VERDIENST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direkt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Matrix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VERBRAUCHT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verbrauchen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KI-Tools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WIEDERHOLEN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kaufen erneut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verdienst erneut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 · $200 PACK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direkt × $30 (15%) + 9 L2 × $20 (10%) + 27 L3 × $20 (10%) + Bonus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 Matrix-Zyklus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sie mehr Credits brauchen, beginnt der Zyklus neu — jeder Kauf ist ein neues Matrix-Füllen.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EINKOMMENSQUELLE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Verkaufe Premium-Kurse aus Academy weiter. Behalte 100% jedes Verkaufs — mit nur 4 Pass-Ups, die die Income Chains deines Uplines öffnen. Nach Verkauf 8 ist jeder Verkauf für immer deiner.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JEDEN VERKAUF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 Provision auf jeden Verkauf, wenn du auf der Stufe qualifiziert bist.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INSGESAMT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Verkäufe 2, 4, 6, 8 passen. Ab Verkauf 9 ist jeder Verkauf deiner.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STUFEN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Qualifizier dich durch Kauf einer Stufe. Höhere Stufen = größere Provisionen.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Provision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unendliche Kaskade durch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Einsteiger-Kurs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Mittelstufen-Kurs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Top-Level-Kurs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Pass-Up öffnet eine Income Chain über dir.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DEIN Downline Pass-Up macht, bekommst du diese Chains — Kaskade unendlich nach oben.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EINKOMMENSQUELLE 4  ·  SO FUNKTIONIERT'S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FUNKTIONIERT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4 Pass-Ups insgesamt. Verkäufe 2, 4, 6, 8 passen — öffnen Income Chains deines Uplines. Jeder andere Verkauf, inkl. Verkauf 9 und danach, ist 100% deiner.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BEHALT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BEHALT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BEHALT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BEHALT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BEHALT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BEHALT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BEHALT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BEHALT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jeder Verkauf danach ist 100% deiner, für immer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FAZIT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 4 Verkäufe ab, öffne 4 Income Chains nach oben  ·  Dann behalte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folgenden Verkauf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deines Downlines steigen in DEINE Income Chains — Team-Einkommen mit unendlicher Tiefe.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2026-04-24T12:15:27Z</dcterms:created>
  <dcterms:modified xsi:type="dcterms:W3CDTF">2026-04-24T12:15:27Z</dcterms:modified>
</cp:coreProperties>
</file>