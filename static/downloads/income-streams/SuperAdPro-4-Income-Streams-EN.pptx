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 TO FINANCIAL FREEDOM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INCOME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earn with SuperAdPro. Stack them together — every stream compounds your results.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$17.50/mo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max: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Commission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MARKETING TOOLS  ·  CRYPTO PAYMENTS  ·  GLOBAL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50% recurring commission every single month — or collect upfront when your referral chooses annual. Just two Pro referrals and your membership pays for itself.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MONTHLY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$10/mo per Basic referral · $17.50/mo per Pro. Every month they stay active.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REFERRALS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 on how many you refer. 10 Pro members = $175/mo. Scale without ceilings.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FOR ITSELF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 referrals covers your monthly. Everything after that is profit.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 recurring  ·  paid every month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REFERRAL NETWORK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MONTHLY INCOME · 3 REFERRALS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 paid at your own tier — upgrade to earn the higher rate.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UNLOCKS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CASH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referral chooses annual, you earn the full year's commission the day they sign up — not spread over 12 months. That's real money in your wallet, now.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Referrals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monthly, every month, as long as they stay active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undefined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DEAL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Referrals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undefined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the same day they sign up — full year's commission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renew annually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you earn again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= 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in your hand today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vs  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12 months for the same amount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your referral activates the same tier, you earn 40% instantly — then 6.25% on every position in your 8-level grid. Fill all 64 positions, earn a completion bonus, reset, repeat.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COMMISSION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referral who activates your tier pays you 40% of the tier price instantly.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LEVELS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 every position in your 8×8 grid — 8 levels of depth below you.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all 64 positions, earn a bonus. Grid resets — recurring income while members stay active.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max: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grids reset and repeat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8×8 INCOME GRID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position = a member earning you commissions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TIERS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REFERRALS,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FULL CYCLE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64 personal referrals activate the same tier as you. Here's what you earn per tier — and what it looks like stacked across all 8 tiers.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CYCLE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TOTAL ACROSS ALL 8 TIERS   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grids reset and repeat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referrals — or anyone in your matrix — buy credit packs for the Creative Studio, you earn. 15% on directs, 10% on spillover, 10% completion bonus. No tier ownership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REFERRALS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credit pack purchased by someone you personally referred.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 purchased by anyone in your matrix who wasn't your direct.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3×3 matrix fills (39 positions), earn a bonus. Reset, repeat.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matrices reset and repeat forever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PROFIT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positions per matrix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INDEPENDENT PACK TIERS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pack runs its own matrix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tier ownership required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GET USED,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BOUGHT AGAIN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packs are consumed by the Creative Studio (AI video, image, voiceover generation). When members run out, they buy again — and each new purchase pays commissions again. That's the repurchase engine.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CREDITS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purchases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credit 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CONSUMED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use up credits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AI 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buy again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 again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· $200 PACK TIER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per matrix cycle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they need more credits, the cycle starts over — each purchase is a new matrix fill.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 premium courses from the Academy. Keep 100% of every sale you earn — with just 4 pass-ups along the way to open your upline's Income Chains. After sale 8, every sale is yours, forever.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SALE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commission paid on every sale when you qualify at that tier.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TOTAL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sales 2, 4, 6, 8 pass up. From sale 9 onward, every sale is yours.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TIERS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at a tier by owning it. Higher tiers = bigger commissions.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infinite cascade through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Entry-tier course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course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Top-tier course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pass-up opens an Income Chain above you.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downline passes up, you receive those chains — cascading infinitely upward.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1+UP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WORKS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 pass-ups ever. Sales 2, 4, 6, 8 pass up — opening your upline's Income Chains. Every other sale, including sale 9 and every sale after that, is 100% yours.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 sale after is 100% yours, forever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up 4 sales to open 4 Income Chains upward  ·  Then keep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sale that follows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downline's pass-ups cascade up into YOUR Income Chains — creating infinite-depth team income.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2026-04-24T12:15:25Z</dcterms:created>
  <dcterms:modified xsi:type="dcterms:W3CDTF">2026-04-24T12:15:25Z</dcterms:modified>
</cp:coreProperties>
</file>