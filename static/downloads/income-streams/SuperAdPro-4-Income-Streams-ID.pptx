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9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JALAN ANDA MENUJU KEBEBASAN FINANSIAL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SUMBER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-1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PENGHASILAN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cara mendapatkan uang dengan SuperAdPro. Gabungkan — setiap sumber menggandakan hasil Anda.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Keanggotaan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3DA5FF">
              <a:alpha val="18000"/>
            </a:srgbClr>
          </a:solidFill>
          <a:ln w="9525">
            <a:solidFill>
              <a:srgbClr val="3DA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$17,50/bln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06624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06624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06624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43784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4ADE80">
              <a:alpha val="18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43784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Maksimum teoretis: $103.976*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54296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54296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91456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C084FC">
              <a:alpha val="18000"/>
            </a:srgbClr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Bervariasi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01968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01968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39128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FB923C">
              <a:alpha val="18000"/>
            </a:srgbClr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9128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Komisi 100%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ALAT AI  ·  PEMBAYARAN CRYPTO  ·  PELUANG GLOBAL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 PENGHASILAN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KEANGGOTAAN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Dapatkan komisi berulang 50% setiap bulan — atau terima di muka jika referral Anda memilih tahunan. Dua referral Pro dan keanggotaan Anda membayar sendiri.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BULANAN BERULANG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$10/bln per Basic · $17,50/bln per Pro. Setiap bulan mereka aktif.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TAK TERBATAS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batas referral. 10 anggota Pro = $175/bln. Skalakan tanpa plafon.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MEMBAYAR SENDIRI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referral Pro menutupi biaya bulanan. Sisanya keuntungan.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$17,50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/bln berulang  ·  dibayar tiap bulan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JARINGAN REFERRAL ANDA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325880"/>
            <a:ext cx="640080" cy="64008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83680" y="1984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60336" y="2194560"/>
            <a:ext cx="18288" cy="3200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514600"/>
            <a:ext cx="2331720" cy="18288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06440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01968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9088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327648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27648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123176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0296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0296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48856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48856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644384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61504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61504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370064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70064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Berikut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65592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82712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82712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891272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91272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Berikut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669280" y="3520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0" y="3566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PENGHASILAN BULANAN · 3 REFERRAL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669280" y="3813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Basic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/bln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669280" y="41513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$52,50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/bln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669280" y="4572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Komisi dibayar di level Anda — tingkatkan untuk dapat lebih banyak.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 PENGHASILAN 1  ·  CARA KERJANYA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TAHUNAN = </a:t>
            </a:r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UANG TUNAI LANGSUNG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Ketika referral Anda memilih tahunan, Anda mendapat komisi setahun penuh pada hari mereka mendaftar — tidak dibagi 12 bulan. Uang sungguhan, sekarang, di saku.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 BULANAN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Referral Pro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$175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/bln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Dibayar setiap bulan selama mereka aktif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pPr algn="ctr"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$2.100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dalam 12 bulan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25400">
            <a:solidFill>
              <a:srgbClr val="3DA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231343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313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TERBAIK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 TAHUNAN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Referral Pro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$1.750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 muka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75488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Dibayar hari pendaftaran — komisi setahun penuh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Plus: </a:t>
            </a:r>
            <a:pPr algn="ctr" indent="0" marL="0">
              <a:buNone/>
            </a:pPr>
            <a:r>
              <a:rPr lang="en-US" sz="10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perpanjang tiap tahun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Anda dapat lagi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Tahunan = </a:t>
            </a:r>
            <a:pPr algn="ctr" indent="0" marL="0">
              <a:buNone/>
            </a:pPr>
            <a:r>
              <a:rPr lang="en-US" sz="13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$1.750 di tangan hari ini</a:t>
            </a:r>
            <a:pPr algn="ctr" indent="0" marL="0">
              <a:buNone/>
            </a:pPr>
            <a:r>
              <a:rPr lang="en-US" sz="10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vs  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menunggu 12 bulan untuk jumlah sama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 PENGHASILAN 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kali referral Anda mengaktifkan level yang sama, Anda dapat 40% seketika — plus 6,25% pada setiap posisi di grid 8 level. Isi semua 64, dapat bonus penyelesaian, reset, ulang.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KOMISI LANGSUNG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referral yang mengaktifkan level Anda membayar 40% seketika.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6,25%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× 8 LEVEL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Dapat di setiap posisi grid 8×8 — 8 level dalam di bawah Anda.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PENYELESAIAN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64 posisi, dapat bonus. Grid direset — penghasilan berulang selama anggota tetap aktif.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0F2E23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Maksimum teoretis: $103.976*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grid reset dan berulang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PENGHASILAN 8×8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4944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6948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095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294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4944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6948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6948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5895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095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893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3093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294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94944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26948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95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095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893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8932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3093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936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6294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294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94944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6948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895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095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296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893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8932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63093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6294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94944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6948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895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095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2296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893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8932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63093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294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94944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6948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895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095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9893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093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6294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94944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26948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5895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095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2296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9893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3093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294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94944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26948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5895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9095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2296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69280" y="3913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posisi = anggota aktif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5669280" y="416052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669280" y="4187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LEVEL  ·  $20 → $1.000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5669280" y="43799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→ $50 → $100 → $200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5669280" y="4581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→ $600 → $800 → $1,000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 PENGHASILAN 2  ·  CARA KERJANYA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REFERRAL,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SIKLUS PENUH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Skenario: 64 referral pribadi mengaktifkan level yang sama. Inilah yang Anda dapat per level — dan total kumulatif di 8 level.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210312"/>
          </a:xfrm>
          <a:prstGeom prst="rect">
            <a:avLst/>
          </a:prstGeom>
          <a:solidFill>
            <a:srgbClr val="0F2E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HARGA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0312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LANGSUNG (40%)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(6,25%)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9496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/ SIKLUS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496312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9631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249631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0312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6616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270662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97280" y="270662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6616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9496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$1,640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916936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91693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7280" y="291693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10312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6616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$3,280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312724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97280" y="312724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10312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$5,120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6616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9496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5800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$6,560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3337560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3375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97280" y="33375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10312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$10,240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56616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$1,600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9496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5800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$13,120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354787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97280" y="354787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10312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$15,360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56616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$2,400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39496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$1,920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$19,680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" y="3758184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375818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097280" y="375818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10312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$20,480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56616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39496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85800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$26,240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57200" y="3968496"/>
            <a:ext cx="8229600" cy="210312"/>
          </a:xfrm>
          <a:prstGeom prst="rect">
            <a:avLst/>
          </a:prstGeom>
          <a:solidFill>
            <a:srgbClr val="4ADE80">
              <a:alpha val="2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396849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097280" y="396849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10312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$25,600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56616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$4,000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39496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85800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$32,800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57200" y="4389120"/>
            <a:ext cx="8229600" cy="411480"/>
          </a:xfrm>
          <a:prstGeom prst="roundRect">
            <a:avLst>
              <a:gd name="adj" fmla="val 44444"/>
            </a:avLst>
          </a:prstGeom>
          <a:solidFill>
            <a:srgbClr val="0F2E23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KUMULATIF DI 8 LEVEL   </a:t>
            </a:r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$103.976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grid reset dan berulang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 PENGHASILAN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Ketika referral Anda — atau siapa pun di matriks — membeli paket kredit untuk Creative Studio, Anda dapat. 15% langsung, 10% spillover, bonus 10%. Tidak perlu kepemilikan level.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LANGSUNG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paket kredit yang dibeli oleh yang Anda referralkan langsung.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SPILLOVER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paket dibeli oleh siapa pun di matriks yang bukan langsung Anda.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PENYELESAIAN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Ketika matriks 3×3 terisi penuh (39 posisi), bonus. Reset, ulang.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Bervariasi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matriks reset dan berulang selamanya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LABA ANDA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1234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1463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92240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967728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443216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4321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71500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15000" y="2148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9224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9984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67728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05472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43216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15000" y="2788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9224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1169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3115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5060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70064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8952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0897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2843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4788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224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1169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3115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5060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70064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8952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0897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2843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4788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9224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1169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3115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5060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70064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8952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0897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2843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4788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0" y="299923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+ 9 + 27 = 39 posisi per matriks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669280" y="324612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69280" y="3291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LEVEL PAKET INDEPENDEN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669280" y="35021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 $50  $100  $200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669280" y="37398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 $600  $800  $1,000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669280" y="4005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paket punya matriks sendiri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669280" y="4224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perlu kepemilikan level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 PENGHASILAN 3  ·  CARA KERJANYA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DIGUNAKAN, </a:t>
            </a:r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LALU DIBELI LAGI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 kredit dikonsumsi oleh Creative Studio (video AI, gambar, suara). Ketika habis, mereka beli lagi — setiap pembelian baru membayar komisi lagi. Itulah mesinnya.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 KREDIT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438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membeli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 kredit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430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67462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7462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 DAPAT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6606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langsung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matriks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7598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68630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7667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8630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KREDIT TERPAKAI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774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Mereka pakai kredit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 alat AI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8766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9798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8835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9798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ULANGI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8942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Mereka beli lagi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 dapat lagi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· PAKET $200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langsung × $30 (15%) + 9 L2 × $20 (10%) + 27 L3 × $20 (10%) + bonus $780 = </a:t>
            </a:r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$1.590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per siklus matriks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Ketika mereka butuh lebih banyak kredit, siklus dimulai lagi — setiap pembelian adalah pengisian matriks baru.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 PENGHASILAN 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Jual ulang kursus premium dari Academy. Simpan 100% dari setiap penjualan — dengan hanya 4 pass-up di jalan untuk membuka Income Chains upline Anda. Setelah penjualan 8, setiap penjualan milik Anda selamanya.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PENJUALAN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Komisi penuh pada setiap penjualan saat Anda berkualifikasi di level itu.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 TOTAL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 penjualan 2, 4, 6, 8 pass-up. Dari penjualan 9, semua milik Anda.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BEBERAPA LEVEL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Berkualifikasi dengan memiliki level. Level lebih tinggi = komisi lebih besar.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Komisi 100%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cascade tak terbatas melalui Income Chains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0" y="91440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88152" y="1060704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1060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5080" y="1024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Kursus level pemula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01000" y="106070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69280" y="1719072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88152" y="1865376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8152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5080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Kursus level menengah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01000" y="186537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669280" y="2523744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88152" y="2670048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88152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5080" y="2633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55080" y="2889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Kursus level tinggi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01000" y="267004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669280" y="34747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CHAINS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15000" y="37673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pass-up membuka satu Income Chain di atas Anda.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15000" y="4005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Ketika downline Anda pass-up, Anda menerima chains itu — cascade tak terbatas ke atas.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 PENGHASILAN 4  ·  CARA KERJANYA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KERJA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1+UP PASS-UP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 4 pass-up total. Penjualan 2, 4, 6, 8 pass-up — membuka Income Chains upline Anda. Setiap penjualan lain, termasuk 9 dan setelahnya, 100% milik Anda.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891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MILIK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13385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JUAL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385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385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2880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82880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MILIK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2374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374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JUAL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2374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2374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2374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2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1868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JUAL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1868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1868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1868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MILIK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91363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JUAL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91363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1363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1363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3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0857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0857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60857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60857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MILIK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30352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JUAL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0352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0352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0352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4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99846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9846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JUAL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99846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99846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99846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MILIK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69340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9340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JUAL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69340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9340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69340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MILIK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38835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8835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JUAL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8835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38835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38835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MILIK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08329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8329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JUAL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08329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08329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08329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MILIK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setiap penjualan setelahnya 100% milik Anda, selamanya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" y="4023360"/>
            <a:ext cx="8229600" cy="758952"/>
          </a:xfrm>
          <a:prstGeom prst="roundRect">
            <a:avLst>
              <a:gd name="adj" fmla="val 12048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INTINYA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4297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Serahkan 4 penjualan untuk membuka 4 Income Chains ke atas  ·  Lalu simpan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penjualan berikutnya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57200" y="4535424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Pass-ups downline Anda naik ke Income Chains Anda — menciptakan penghasilan tim dengan kedalaman tak terbatas.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Income Streams</dc:title>
  <dc:subject>PptxGenJS Presentation</dc:subject>
  <dc:creator>SuperAdPro</dc:creator>
  <cp:lastModifiedBy>SuperAdPro</cp:lastModifiedBy>
  <cp:revision>1</cp:revision>
  <dcterms:created xsi:type="dcterms:W3CDTF">2026-04-24T12:15:32Z</dcterms:created>
  <dcterms:modified xsi:type="dcterms:W3CDTF">2026-04-24T12:15:32Z</dcterms:modified>
</cp:coreProperties>
</file>