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9AA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طريقك نحو الحرية المالية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مصادر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-1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للدخل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طرق للكسب مع SuperAdPro. اجمعها معًا — كل مصدر يضاعف نتائجك.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إحالات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العضوية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3DA5FF">
              <a:alpha val="18000"/>
            </a:srgbClr>
          </a:solidFill>
          <a:ln w="9525">
            <a:solidFill>
              <a:srgbClr val="3DA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$17.50/شهر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06624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06624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43784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$103,976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54296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54296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91456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C084FC">
              <a:alpha val="18000"/>
            </a:srgbClr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1456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محدود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1968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1968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01968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39128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FB923C">
              <a:alpha val="18000"/>
            </a:srgbClr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100%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أدوات الذكاء الاصطناعي  ·  مدفوعات العملات المشفرة  ·  فرصة عالمية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إحالات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العضوية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اكسب 50% عمولة متكررة كل شهر — أو تحصيلًا مقدمًا عندما يختار المُحال السنوي. إحالتان Pro ويدفع اشتراكك عن نفسه.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متكرر شهري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$10/شهر لكل إحالة Basic · $17.50/شهر لكل Pro. كل شهر نشطين.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غ.م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إحالات غير محدودة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حد للإحالات. 10 أعضاء Pro = $175/شهر. توسع بلا سقف.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يدفع عن نفسه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إحالتان Pro تغطيان اشتراكك الشهري. الباقي ربح صافي.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/شهر متكرر  ·  يُدفع كل شهر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شبكة إحالاتك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1325880"/>
            <a:ext cx="640080" cy="64008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أنت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60336" y="2194560"/>
            <a:ext cx="18288" cy="3200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514600"/>
            <a:ext cx="2331720" cy="18288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01968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9088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1908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327648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23176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0296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0296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48856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48856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44384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61504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370064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70064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التالي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65592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82712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82712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891272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891272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التالي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66928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دخلك الشهري · 3 إحالات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813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Basic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/شهر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0" y="41513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$52.50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/شهر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669280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العمولات تُدفع بمستواك — ترقَّ للحصول على نسبة أعلى.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1  ·  كيف يعمل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السنوي = </a:t>
            </a:r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نقد فوري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يختار مُحالك السنوي، تكسب عمولة السنة كاملة يوم تسجيله — ليست موزعة على 12 شهرًا. مال حقيقي في جيبك، الآن.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الخطة الشهرية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إحالات Pro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/شهر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يُدفع كل شهر، ما داموا نشطين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ctr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$2,100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على مدى 12 شهرًا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25400">
            <a:solidFill>
              <a:srgbClr val="3DA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3134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313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1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عرض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الخطة السنوية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إحالات Pro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مقدمًا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75488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يُدفع نفس يوم التسجيل — عمولة السنة كاملة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إضافة: </a:t>
            </a:r>
            <a:pPr algn="ctr" indent="0" marL="0">
              <a:buNone/>
            </a:pPr>
            <a:r>
              <a:rPr lang="en-US" sz="10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يجددون سنويًا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تكسب من جديد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السنوي = </a:t>
            </a:r>
            <a:pPr algn="ctr" indent="0" marL="0">
              <a:buNone/>
            </a:pPr>
            <a:r>
              <a:rPr lang="en-US" sz="13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 في يدك اليوم</a:t>
            </a:r>
            <a:pPr algn="ctr" indent="0" marL="0">
              <a:buNone/>
            </a:pPr>
            <a:r>
              <a:rPr lang="en-US" sz="10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مقابل  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انتظار 12 شهرًا لنفس المبلغ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مرة يفعّل مُحالك مستواك، تكسب 40% فورًا — ثم 6.25% على كل مركز في شبكتك بـ8 مستويات. املأ الـ64، اكسب المكافأة، أعد، كرر.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مباشرة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مُحال يفعّل مستواك يدفع لك 40% من سعر المستوى فورًا.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 مستويات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اكسب في كل مركز من شبكتك 8×8 — 8 مستويات تحتك.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مكافأة الإكمال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املأ 64 مركزًا، احصل على مكافأة. تُعاد الشبكة — دخل متكرر غير محدود.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0F2E2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$103,976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الشبكات تُعاد وتتكرر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شبكتك للدخل 8×8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294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4944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895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095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6948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94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5895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95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893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093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294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4944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26948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095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893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893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3093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93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6294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294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94944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26948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296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893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8932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3093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0936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6294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94944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95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9095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296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893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9893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3093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294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26948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5895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095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9893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3093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294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4944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6948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895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9095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2296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893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3093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294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94944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6948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895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95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296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0" y="39136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مركز = عضو نشط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669280" y="416052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6692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مستويات  ·  $20 → $1,000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5669280" y="4379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→ $50 → $100 → $200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5669280" y="45811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→ $600 → $800 → $1,000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2  ·  كيف يعمل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إحالة،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كاملة واحدة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السيناريو: 64 إحالة شخصية تفعّل نفس مستواك. هذا ما تكسبه لكل مستوى — ومجموعه على 8 مستويات.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8229600" cy="210312"/>
          </a:xfrm>
          <a:prstGeom prst="rect">
            <a:avLst/>
          </a:prstGeom>
          <a:solidFill>
            <a:srgbClr val="0F2E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مستوى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سعر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مباشرة (40%)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6616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9496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مكافأة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المجموع / دورة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496312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963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49631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0312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$512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6616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496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0" y="270662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0312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6616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$1,640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2916936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9169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29169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0312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$3,280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312724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3127248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$5,120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56616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9496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85800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$6,560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3337560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3375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97280" y="33375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10312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$10,240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56616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$1,600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39496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85800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$13,120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354787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T6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7280" y="354787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$15,360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56616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85800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$19,680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3758184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375818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97280" y="375818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$20,480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56616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39496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5800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$26,240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7200" y="3968496"/>
            <a:ext cx="8229600" cy="210312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684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97280" y="3968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10312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$25,600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6616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39496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$32,800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4389120"/>
            <a:ext cx="8229600" cy="411480"/>
          </a:xfrm>
          <a:prstGeom prst="roundRect">
            <a:avLst>
              <a:gd name="adj" fmla="val 44444"/>
            </a:avLst>
          </a:prstGeom>
          <a:solidFill>
            <a:srgbClr val="0F2E23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المجموع الكلي على 8 مستويات   </a:t>
            </a:r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الشبكات تُعاد وتتكرر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يشتري مُحالوك — أو أي شخص في مصفوفتك — حزم رصيد لـCreative Studio، تكسب. 15% على المباشرين، 10% على الـspillover، 10% مكافأة. لا حاجة لامتلاك مستوى.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إحالات مباشرة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حزمة رصيد يشتريها شخص أحلته بنفسك.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حزمة يشتريها شخص في مصفوفتك وليس إحالتك المباشرة.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مكافأة الإكمال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امتلاء مصفوفتك 3×3 (39 مركزًا)، احصل على مكافأة. أعد، كرر.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محدود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المصفوفات تُعاد وتتكرر إلى الأبد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مصفوفة أرباحك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15000" y="1234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15000" y="1463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92240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967728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443216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4321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150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1500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9984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15000" y="2788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1169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3115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70064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0897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2843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4788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1169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3115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5060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0064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8952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0897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843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4788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24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1169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3115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5060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70064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8952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0897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2843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4788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2999232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+ 9 + 27 = 39 مركزًا لكل مصفوفة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669280" y="32461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مستويات حزم مستقلة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669280" y="3502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$50  $100  $200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669280" y="37398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$600  $800  $1,000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669280" y="40050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حزمة لها مصفوفتها الخاصة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66928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حاجة لامتلاك مستوى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3  ·  كيف يعمل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تُستهلك، </a:t>
            </a:r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ثم تُشترى مجددًا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حزم الرصيد يستهلكها Creative Studio (فيديو ذكاء اصطناعي، صورة، تعليق صوتي). عند نفاذها، يشترون من جديد — وكل شراء يدفع عمولات من جديد. هذا هو المحرك.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شراء الرصيد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المُحال يشتري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حزمة رصيد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6430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7462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462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أنت تكسب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606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مباشر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مصفوفة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7598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8630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7667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863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الرصيد يُستهلك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774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يستخدمون الرصيد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أدوات الذكاء الاصطناعي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8766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9798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8835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9798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التكرار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8942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يشترون مجددًا 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أنت تكسب مجددًا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· حزمة $200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297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مباشرين × $30 (15%) + 9 L2 × $20 (10%) + 27 L3 × $20 (10%) + مكافأة $780 = </a:t>
            </a:r>
            <a:pPr algn="ctr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$1,590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لكل دورة مصفوفة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يحتاجون لمزيد من الرصيد، تبدأ الدورة من جديد — كل شراء هو امتلاء مصفوفة جديدة.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أعد بيع دورات Academy المميزة. احتفظ بـ100% من كل بيع تكسبه — مع 4 pass-up فقط لفتح Income Chains لمن فوقك. بعد البيع 8، كل بيع لك إلى الأبد.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كل بيع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كاملة على كل بيع عند تأهلك في المستوى.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إجمالي PASS-UPS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المبيعات 2، 4، 6، 8 تمر. من البيع 9 فصاعدًا، كل بيع لك.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مستويات متعددة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تأهل بامتلاك المستوى. مستويات أعلى = عمولات أكبر.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100%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تتالي لا نهائي عبر Income Chains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91440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1060704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1060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1024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المستوى المبتدئ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06070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0" y="1719072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88152" y="1865376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88152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المستوى المتوسط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001000" y="18653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69280" y="2523744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88152" y="2670048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8815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55080" y="2633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5508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المستوى المتقدم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001000" y="267004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69280" y="347472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CHAINS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150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pass-up يفتح Income Chain فوقك.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15000" y="4005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يقوم فريقك بـpass-up، تستقبل تلك chains — تتالٍ لا نهائي للأعلى.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الدخل 4  ·  كيف يعمل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يعمل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1+UP PASS-UP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4 pass-up إجمالًا. المبيعات 2، 4، 6، 8 تمر — فاتحةً Income Chains لمن فوقك. كل بيع آخر، بما فيه البيع 9 وما بعده، لك 100%.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3385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3385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3385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82880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2880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2374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374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2374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2374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21868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1868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1868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21868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1868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1363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1363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91363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91363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1363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0857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60857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60857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0857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30352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30352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30352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352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9846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9846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9846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9846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99846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69340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9340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69340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9340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9340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38835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8835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8835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8835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38835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08329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بيع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08329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08329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08329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احتفظ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وكل بيع بعده لك 100%، إلى الأبد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023360"/>
            <a:ext cx="8229600" cy="758952"/>
          </a:xfrm>
          <a:prstGeom prst="roundRect">
            <a:avLst>
              <a:gd name="adj" fmla="val 12048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57200" y="4297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تنازل عن 4 مبيعات لفتح 4 Income Chains للأعلى  ·  ثم احتفظ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بكل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بيع يأتي بعد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57200" y="453542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pass-ups فريقك تصعد في Income Chains الخاصة بك — تخلق دخل فريق بعمق لا نهائي.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Income Streams</dc:title>
  <dc:subject>PptxGenJS Presentation</dc:subject>
  <dc:creator>SuperAdPro</dc:creator>
  <cp:lastModifiedBy>SuperAdPro</cp:lastModifiedBy>
  <cp:revision>1</cp:revision>
  <dcterms:created xsi:type="dcterms:W3CDTF">2026-04-24T12:15:28Z</dcterms:created>
  <dcterms:modified xsi:type="dcterms:W3CDTF">2026-04-24T12:15:28Z</dcterms:modified>
</cp:coreProperties>
</file>