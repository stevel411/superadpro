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طريقك نحو الحرية المالية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مصادر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للدخل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طرق للكسب مع SuperAdPro. اجمعها معًا — كل مصدر يضاعف نتائجك.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إحالات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العضوية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$17.50/شهر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 الأقصى النظري: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متغير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الذكاء الاصطناعي  ·  مدفوعات العملات المشفرة  ·  فرصة عالمية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إحالات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العضوية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اكسب 50% عمولة متكررة كل شهر — أو تحصيلًا مقدمًا عندما يختار المُحال السنوي. إحالتان Pro ويدفع اشتراكك عن نفسه.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متكرر شهري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$10/شهر لكل إحالة Basic · $17.50/شهر لكل Pro. كل شهر نشطين.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غ.م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إحالات غير محدودة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حد للإحالات. 10 أعضاء Pro = $175/شهر. توسع بلا سقف.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يدفع عن نفسه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إحالتان Pro تغطيان اشتراكك الشهري. الباقي ربح صافي.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/شهر متكرر  ·  يُدفع كل شهر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 إحالاتك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دخلك الشهري · 3 إحالات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/شهر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/شهر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العمولات تُدفع بمستواك — ترقَّ للحصول على نسبة أعلى.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1  ·  كيف يعمل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السنوي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نقد فوري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يختار مُحالك السنوي، تكسب عمولة السنة كاملة يوم تسجيله — ليست موزعة على 12 شهرًا. مال حقيقي في جيبك، الآن.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الشهرية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إحالات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/شهر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يُدفع كل شهر، ما داموا نشطين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على مدى 12 شهرًا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أفضل عرض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السنوية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إحالات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مقدمًا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يُدفع نفس يوم التسجيل — عمولة السنة كاملة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يجددون سنويًا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تكسب من جديد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السنوي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في يدك اليوم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مقابل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انتظار 12 شهرًا لنفس المبلغ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مرة يفعّل مُحالك مستواك، تكسب 40% فورًا — ثم 6.25% على كل مركز في شبكتك بـ8 مستويات. املأ الـ64، اكسب المكافأة، أعد، كرر.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مباشرة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مُحال يفعّل مستواك يدفع لك 40% من سعر المستوى فورًا.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مستويات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اكسب في كل مركز من شبكتك 8×8 — 8 مستويات تحتك.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مكافأة الإكمال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املأ 64 مركزًا، احصل على مكافأة. تُعاد الشبكة — دخل متكرر بينما يظل الأعضاء نشطين.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 الأقصى النظري: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الشبكات تُعاد وتتكرر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شبكتك للدخل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مركز = عضو نشط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مستويات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2  ·  كيف يعمل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إحالة،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كاملة واحدة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السيناريو: 64 إحالة شخصية تفعّل نفس مستواك. هذا ما تكسبه لكل مستوى — ومجموعه على 8 مستويات.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مباشرة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مكافأة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المجموع / دورة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المجموع الكلي على 8 مستويات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الشبكات تُعاد وتتكرر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يشتري مُحالوك — أو أي شخص في مصفوفتك — حزم رصيد لـCreative Studio، تكسب. 15% على المباشرين، 10% على الـspillover، 10% مكافأة. لا حاجة لامتلاك مستوى.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إحالات مباشرة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حزمة رصيد يشتريها شخص أحلته بنفسك.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حزمة يشتريها شخص في مصفوفتك وليس إحالتك المباشرة.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مكافأة الإكمال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امتلاء مصفوفتك 3×3 (39 مركزًا)، احصل على مكافأة. أعد، كرر.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متغير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المصفوفات تُعاد وتتكرر إلى الأبد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أرباحك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مركزًا لكل مصفوفة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مستويات حزم مستقلة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حزمة لها مصفوفتها الخاصة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حاجة لامتلاك مستوى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3  ·  كيف يعمل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تُستهلك،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تُشترى مجددًا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 الرصيد يستهلكها Creative Studio (فيديو ذكاء اصطناعي، صورة، تعليق صوتي). عند نفاذها، يشترون من جديد — وكل شراء يدفع عمولات من جديد. هذا هو المحرك.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شراء الرصيد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المُحال يشتري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حزمة رصيد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تكسب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مباشر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مصفوفة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الرصيد يُستهلك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يستخدمون الرصيد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أدوات الذكاء الاصطناعي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التكرار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يشترون مجددًا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تكسب مجددًا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· حزمة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مباشرين × $30 (15%) + 9 L2 × $20 (10%) + 27 L3 × $20 (10%) + مكافأة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لكل دورة مصفوفة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يحتاجون لمزيد من الرصيد، تبدأ الدورة من جديد — كل شراء هو امتلاء مصفوفة جديدة.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بيع دورات Academy المميزة. احتفظ بـ100% من كل بيع تكسبه — مع 4 pass-up فقط لفتح Income Chains لمن فوقك. بعد البيع 8، كل بيع لك إلى الأبد.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كل بيع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كاملة على كل بيع عند تأهلك في المستوى.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PASS-UPS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المبيعات 2، 4، 6، 8 تمر. من البيع 9 فصاعدًا، كل بيع لك.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 متعددة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تأهل بامتلاك المستوى. مستويات أعلى = عمولات أكبر.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100%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تتالي لا نهائي عبر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المستوى المبتدئ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المستوى المتوسط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المستوى المتقدم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pass-up يفتح Income Chain فوقك.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يقوم فريقك بـpass-up، تستقبل تلك chains — تتالٍ لا نهائي للأعلى.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الدخل 4  ·  كيف يعمل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4 pass-up إجمالًا. المبيعات 2، 4، 6، 8 تمر — فاتحةً Income Chains لمن فوقك. كل بيع آخر، بما فيه البيع 9 وما بعده، لك 100%.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 بيع بعده لك 100%، إلى الأبد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تنازل عن 4 مبيعات لفتح 4 Income Chains للأعلى  ·  ثم احتفظ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بكل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بيع يأتي بعد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فريقك تصعد في Income Chains الخاصة بك — تخلق دخل فريق بعمق لا نهائي.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2026-04-24T12:15:28Z</dcterms:created>
  <dcterms:modified xsi:type="dcterms:W3CDTF">2026-04-24T12:15:28Z</dcterms:modified>
</cp:coreProperties>
</file>