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9AA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वित्तीय स्वतंत्रता का आपका रास्ता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आय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-1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स्रोत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1371600" y="2423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SuperAdPro से कमाने के चार तरीके। मिलाकर उपयोग करें — हर स्रोत आपके परिणाम बढ़ाता है।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स्रोत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सदस्यता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रेफरल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3DA5FF">
              <a:alpha val="18000"/>
            </a:srgbClr>
          </a:solidFill>
          <a:ln w="9525">
            <a:solidFill>
              <a:srgbClr val="3DA5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$17.50/माह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06624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06624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स्रोत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06624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43784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4ADE80">
              <a:alpha val="18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43784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$103,976 तक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54296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4296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स्रोत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54296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91456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C084FC">
              <a:alpha val="18000"/>
            </a:srgbClr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91456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असीमित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601968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01968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स्रोत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01968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39128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FB923C">
              <a:alpha val="18000"/>
            </a:srgbClr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कमीशन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टूल्स  ·  क्रिप्टो भुगतान  ·  वैश्विक अवसर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आय स्रोत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सदस्यता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रेफरल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हर महीने 50% आवर्ती कमीशन कमाएँ — या जब आपका रेफरल वार्षिक चुने तो अग्रिम पाएँ। दो Pro रेफरल और आपकी सदस्यता खुद भर जाती है।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मासिक आवर्ती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 Basic रेफरल पर $10/माह · Pro पर $17.50/माह। जब तक वे सक्रिय।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असी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असीमित रेफरल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रेफरल की सीमा नहीं। 10 Pro सदस्य = $175/माह। बिना सीमा बढ़ें।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खुद भुगतान करती है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दो Pro रेफरल आपकी मासिक फीस कवर करते हैं। बाकी सब लाभ है।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/माह आवर्ती  ·  हर महीने भुगतान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914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आपका रेफरल नेटवर्क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1325880"/>
            <a:ext cx="640080" cy="64008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83680" y="1984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60336" y="2194560"/>
            <a:ext cx="18288" cy="3200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2514600"/>
            <a:ext cx="2331720" cy="18288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806440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601968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19088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19088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327648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27648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123176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40296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40296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848856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848856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644384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61504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370064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70064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अगला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165592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82712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82712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891272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891272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अगला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669280" y="3520440"/>
            <a:ext cx="3200400" cy="1005840"/>
          </a:xfrm>
          <a:prstGeom prst="roundRect">
            <a:avLst>
              <a:gd name="adj" fmla="val 7273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0" y="35661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आपकी मासिक आय · 3 रेफरल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669280" y="38130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Basic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/माह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669280" y="41513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Pro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$52.50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/माह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669280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कमीशन आपके स्तर पर दिया जाता है — अधिक कमाने के लिए अपग्रेड करें।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आय स्रोत 1  ·  कैसे काम करता है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वार्षिक = </a:t>
            </a:r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तत्काल नकद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जब आपका रेफरल वार्षिक चुनता है, तो पंजीकरण के दिन ही पूरे साल की कमीशन मिलती है — 12 महीनों में विभाजित नहीं। असली पैसा, अभी, जेब में।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मासिक योजना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Pro रेफरल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/माह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720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हर महीने भुगतान, जब तक वे सक्रिय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pPr algn="ctr"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$2,100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 महीनों में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25400">
            <a:solidFill>
              <a:srgbClr val="3DA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313432"/>
            <a:ext cx="960120" cy="256032"/>
          </a:xfrm>
          <a:prstGeom prst="roundRect">
            <a:avLst>
              <a:gd name="adj" fmla="val 28571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2313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0A1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सबसे अच्छा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5488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वार्षिक योजना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Pro रेफरल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$1,750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अग्रिम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475488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पंजीकरण के दिन भुगतान — पूरे साल की कमीशन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5488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साथ ही: </a:t>
            </a:r>
            <a:pPr algn="ctr" indent="0" marL="0">
              <a:buNone/>
            </a:pPr>
            <a:r>
              <a:rPr lang="en-US" sz="10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हर साल नवीनीकरण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आप फिर कमाते हैं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434840"/>
            <a:ext cx="82296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348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वार्षिक = </a:t>
            </a:r>
            <a:pPr algn="ctr" indent="0" marL="0">
              <a:buNone/>
            </a:pPr>
            <a:r>
              <a:rPr lang="en-US" sz="13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आज $1,750 हाथ में</a:t>
            </a:r>
            <a:pPr algn="ctr" indent="0" marL="0">
              <a:buNone/>
            </a:pPr>
            <a:r>
              <a:rPr lang="en-US" sz="10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बनाम  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उसी राशि के लिए 12 महीने इंतजार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आय स्रोत 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हर बार आपका रेफरल आपका स्तर सक्रिय करे, आप तुरंत 40% कमाते हैं — फिर 8-स्तरीय ग्रिड की हर स्थिति पर 6.25%। सभी 64 भरें, पूर्ण बोनस पाएँ, रीसेट, दोहराएँ।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प्रत्यक्ष कमीशन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आपका स्तर सक्रिय करने वाला हर रेफरल आपको तुरंत 40% देता है।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6.25%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× 8 स्तर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अपने 8×8 ग्रिड की हर स्थिति पर कमाएँ — आपके नीचे 8 स्तर गहरा।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पूर्णता बोनस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सभी 64 स्थिति भरें, बोनस पाएँ। ग्रिड रीसेट — असीमित आवर्ती आय।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0F2E23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$103,976 तक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ग्रिड रीसेट और दोहराए जाते हैं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आपका 8×8 आय ग्रिड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893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6294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4944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6948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5895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95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9095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893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8932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093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6294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4944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26948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948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5895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095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9893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893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3093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6294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2940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4944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726948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95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9095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893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8932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3093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0936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6294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2940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94944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26948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5895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9095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2296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893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98932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63093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30936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66294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94944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26948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5895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9095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296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9893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98932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63093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294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94944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26948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5895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9095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2296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9893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3093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294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4944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26948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5895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9095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2296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893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3093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6294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94944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26948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895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095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2296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0" y="39136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हर स्थिति = एक सक्रिय सदस्य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5669280" y="416052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6692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स्तर  ·  $20 → $1,000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5669280" y="4379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→ $50 → $100 → $200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5669280" y="45811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→ $600 → $800 → $1,000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आय स्रोत 2  ·  कैसे काम करता है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रेफरल,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पूर्ण चक्र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परिदृश्य: 64 व्यक्तिगत रेफरल आपका स्तर सक्रिय करते हैं। हर स्तर पर आपकी कमाई — और सभी 8 स्तरों पर कुल योग।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8229600" cy="210312"/>
          </a:xfrm>
          <a:prstGeom prst="rect">
            <a:avLst/>
          </a:prstGeom>
          <a:solidFill>
            <a:srgbClr val="0F2E2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8600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स्तर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97280" y="228600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मूल्य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0312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प्रत्यक्ष (40%)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56616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(6.25%)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9496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पूर्णता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कुल / चक्र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496312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4963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249631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0312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$512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6616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9496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85800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$656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7066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97280" y="270662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0312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56616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9496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5800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$1,640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2916936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91693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97280" y="291693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10312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56616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9496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$3,280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312724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3127248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10312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$5,120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56616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39496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85800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$6,560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3337560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3375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97280" y="333756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10312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$10,240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56616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$1,600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39496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85800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$13,120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7200" y="354787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T6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097280" y="354787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0312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$15,360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56616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$2,400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39496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$1,920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85800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$19,680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57200" y="3758184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375818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T7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1097280" y="375818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210312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$20,480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56616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39496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85800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$26,240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457200" y="3968496"/>
            <a:ext cx="8229600" cy="210312"/>
          </a:xfrm>
          <a:prstGeom prst="rect">
            <a:avLst/>
          </a:prstGeom>
          <a:solidFill>
            <a:srgbClr val="4ADE80">
              <a:alpha val="2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39684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97280" y="396849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210312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$25,600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56616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39496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85800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$32,800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4389120"/>
            <a:ext cx="8229600" cy="411480"/>
          </a:xfrm>
          <a:prstGeom prst="roundRect">
            <a:avLst>
              <a:gd name="adj" fmla="val 44444"/>
            </a:avLst>
          </a:prstGeom>
          <a:solidFill>
            <a:srgbClr val="0F2E23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सभी 8 स्तरों पर कुल योग   </a:t>
            </a:r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$103,976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ग्रिड रीसेट और दोहराए जाते हैं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आय स्रोत 3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जब आपके रेफरल — या आपके मैट्रिक्स में कोई भी — Creative Studio के लिए क्रेडिट पैक खरीदें, आप कमाते हैं। प्रत्यक्ष पर 15%, spillover पर 10%, पूर्णता बोनस 10%। स्तर की जरूरत नहीं।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प्रत्यक्ष रेफरल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आपके व्यक्तिगत रूप से रेफर किए गए व्यक्ति द्वारा खरीदा हर क्रेडिट पैक।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SPILLOVER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मैट्रिक्स में किसी भी गैर-प्रत्यक्ष द्वारा खरीदा हर पैक।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पूर्णता बोनस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जब आपका 3×3 मैट्रिक्स भर जाए (39 स्थिति), बोनस। रीसेट, दोहराएँ।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असीमित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मैट्रिक्स हमेशा रीसेट और दोहराए जाते हैं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आपका लाभ NEXUS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15000" y="1234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15000" y="1463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92240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967728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7728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7443216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43216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715000" y="1920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71500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9224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29984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67728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5472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43216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15000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715000" y="2788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9224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1169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3115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70064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8952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80897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2843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4788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9224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1169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3115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5060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370064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8952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0897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2843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4788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9224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1169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3115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5060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70064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58952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0897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2843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4788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0" y="2999232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+ 9 + 27 = प्रति मैट्रिक्स 39 स्थिति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669280" y="3246120"/>
            <a:ext cx="3200400" cy="1280160"/>
          </a:xfrm>
          <a:prstGeom prst="roundRect">
            <a:avLst>
              <a:gd name="adj" fmla="val 5714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669280" y="3291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स्वतंत्र पैक स्तर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669280" y="3502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 $50  $100  $200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5669280" y="37398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 $600  $800  $1,000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669280" y="40050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हर पैक का अपना मैट्रिक्स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66928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स्तर की जरूरत नहीं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आय स्रोत 3  ·  कैसे काम करता है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उपयोग होते हैं, </a:t>
            </a:r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फिर दोबारा खरीदे जाते हैं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क्रेडिट पैक Creative Studio (AI वीडियो, छवि, आवाज) में उपभोग होते हैं। खत्म होने पर, वे फिर खरीदते हैं — हर नई खरीद फिर कमीशन देती है। यही इंजन है।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331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क्रेडिट खरीदें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438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रेफरल एक क्रेडिट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पैक खरीदता है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6430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7462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7462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 कमाते हैं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6606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प्रत्यक्ष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मैट्रिक्स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7598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68630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7667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7667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8630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क्रेडिट उपभोग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774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वे AI टूल्स पर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क्रेडिट उपयोग करते हैं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8766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9798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8835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8835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69798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दोहराएँ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8942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वे फिर खरीदते हैं 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 फिर कमाते हैं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उदाहरण · $200 पैक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297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प्रत्यक्ष × $30 (15%) + 9 L2 × $20 (10%) + 27 L3 × $20 (10%) + पूर्णता $780 = </a:t>
            </a:r>
            <a:pPr algn="ctr"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$1,590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प्रति मैट्रिक्स चक्र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जब उन्हें और क्रेडिट चाहिए हो, चक्र फिर शुरू होता है — हर खरीद एक नई मैट्रिक्स भराई।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आय स्रोत 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 के प्रीमियम कोर्स पुनर्विक्रय करें। अर्जित हर बिक्री का 100% रखें — बस 4 pass-up रास्ते में जो आपके अपलाइन की Income Chains खोलते हैं। बिक्री 8 के बाद, हर बिक्री हमेशा आपकी।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हर बिक्री पर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उस स्तर पर योग्य होने पर हर बिक्री पर पूर्ण कमीशन।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PASS-UP कुल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केवल बिक्री 2, 4, 6, 8 pass-up। बिक्री 9 से, हर बिक्री आपकी।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कई स्तर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स्तर के मालिक बनकर योग्य बनें। ऊँचे स्तर = बड़े कमीशन।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कमीशन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Income Chains से अनंत कैस्केड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0" y="914400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88152" y="1060704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88152" y="1060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55080" y="10241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उदाहरण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1280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प्रवेश स्तर कोर्स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01000" y="106070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669280" y="1719072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88152" y="1865376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88152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55080" y="1828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उदाहरण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55080" y="20848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मध्य स्तर कोर्स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001000" y="1865376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669280" y="2523744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788152" y="2670048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88152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355080" y="26334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उदाहरण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355080" y="28895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शीर्ष स्तर कोर्स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001000" y="2670048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669280" y="347472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CHAINS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715000" y="37673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हर pass-up आपके ऊपर एक Income Chain खोलता है।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15000" y="4005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जब आपकी डाउनलाइन pass-up करे, आप वे chains पाते हैं — ऊपर की ओर अनंत कैस्केड।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आय स्रोत 4  ·  कैसे काम करता है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1+UP PASS-UP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कैसे काम करता है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कुल केवल 4 pass-up। बिक्री 2, 4, 6, 8 pass-up — आपके अपलाइन की Income Chains खोलती हैं। बाकी हर बिक्री, बिक्री 9 और आगे सहित, 100% आपकी।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891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91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रखें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3385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3385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13385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3385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385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1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82880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82880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2880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रखें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52374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374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52374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52374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52374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2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21868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1868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21868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21868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1868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रखें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91363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1363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91363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91363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1363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3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0857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0857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60857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60857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60857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रखें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530352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30352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30352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30352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4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99846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9846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99846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99846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99846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रखें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669340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9340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69340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69340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69340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रखें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38835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8835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8835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738835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38835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रखें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08329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8329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बिक्री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808329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08329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08329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रखें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57200" y="3794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और उसके बाद हर बिक्री हमेशा 100% आपकी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" y="4023360"/>
            <a:ext cx="8229600" cy="758952"/>
          </a:xfrm>
          <a:prstGeom prst="roundRect">
            <a:avLst>
              <a:gd name="adj" fmla="val 12048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मुख्य बात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457200" y="4297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ऊपर 4 Income Chains खोलने के लिए 4 बिक्री दें  ·  फिर रखें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हर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अगली बिक्री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57200" y="4535424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आपकी डाउनलाइन के pass-ups आपकी Income Chains में ऊपर आते हैं — अनंत गहराई की टीम आय बनाते।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Income Streams</dc:title>
  <dc:subject>PptxGenJS Presentation</dc:subject>
  <dc:creator>SuperAdPro</dc:creator>
  <cp:lastModifiedBy>SuperAdPro</cp:lastModifiedBy>
  <cp:revision>1</cp:revision>
  <dcterms:created xsi:type="dcterms:W3CDTF">2026-04-24T12:15:30Z</dcterms:created>
  <dcterms:modified xsi:type="dcterms:W3CDTF">2026-04-24T12:15:30Z</dcterms:modified>
</cp:coreProperties>
</file>