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वित्तीय स्वतंत्रता का आपका रास्ता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आय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स्रोत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SuperAdPro से कमाने के चार तरीके। मिलाकर उपयोग करें — हर स्रोत आपके परिणाम बढ़ाता है।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स्रोत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सदस्यता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रेफरल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$17.50/माह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स्रोत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सैद्धांतिक अधिकतम: $103,976*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स्रोत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परिवर्तनशील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स्रोत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कमीशन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टूल्स  ·  क्रिप्टो भुगतान  ·  वैश्विक अवसर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आय स्रोत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सदस्यता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रेफरल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हर महीने 50% आवर्ती कमीशन कमाएँ — या जब आपका रेफरल वार्षिक चुने तो अग्रिम पाएँ। दो Pro रेफरल और आपकी सदस्यता खुद भर जाती है।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मासिक आवर्ती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प्रत्येक Basic रेफरल पर $10/माह · Pro पर $17.50/माह। जब तक वे सक्रिय।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असी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असीमित रेफरल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रेफरल की सीमा नहीं। 10 Pro सदस्य = $175/माह। बिना सीमा बढ़ें।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खुद भुगतान करती है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दो Pro रेफरल आपकी मासिक फीस कवर करते हैं। बाकी सब लाभ है।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$17.50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/माह आवर्ती  ·  हर महीने भुगतान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आपका रेफरल नेटवर्क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अगला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अगला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आपकी मासिक आय · 3 रेफरल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/माह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$52.50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/माह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कमीशन आपके स्तर पर दिया जाता है — अधिक कमाने के लिए अपग्रेड करें।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आय स्रोत 1  ·  कैसे काम करता है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वार्षिक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तत्काल नकद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जब आपका रेफरल वार्षिक चुनता है, तो पंजीकरण के दिन ही पूरे साल की कमीशन मिलती है — 12 महीनों में विभाजित नहीं। असली पैसा, अभी, जेब में।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मासिक योजना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 रेफरल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/माह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हर महीने भुगतान, जब तक वे सक्रिय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 महीनों में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सबसे अच्छा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वार्षिक योजना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Pro रेफरल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अग्रिम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पंजीकरण के दिन भुगतान — पूरे साल की कमीशन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साथ ही: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हर साल नवीनीकरण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आप फिर कमाते हैं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वार्षिक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आज $1,750 हाथ में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बनाम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उसी राशि के लिए 12 महीने इंतजार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आय स्रोत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हर बार आपका रेफरल आपका स्तर सक्रिय करे, आप तुरंत 40% कमाते हैं — फिर 8-स्तरीय ग्रिड की हर स्थिति पर 6.25%। सभी 64 भरें, पूर्ण बोनस पाएँ, रीसेट, दोहराएँ।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प्रत्यक्ष कमीशन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आपका स्तर सक्रिय करने वाला हर रेफरल आपको तुरंत 40% देता है।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स्तर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अपने 8×8 ग्रिड की हर स्थिति पर कमाएँ — आपके नीचे 8 स्तर गहरा।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पूर्णता बोनस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सभी 64 स्थिति भरें, बोनस पाएँ। ग्रिड रीसेट — सदस्यों के सक्रिय रहने तक आवर्ती आय।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सैद्धांतिक अधिकतम: $103,976*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ग्रिड रीसेट और दोहराए जाते हैं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आपका 8×8 आय ग्रिड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हर स्थिति = एक सक्रिय सदस्य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स्तर  ·  $20 → $1,000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आय स्रोत 2  ·  कैसे काम करता है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रेफरल,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पूर्ण चक्र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परिदृश्य: 64 व्यक्तिगत रेफरल आपका स्तर सक्रिय करते हैं। हर स्तर पर आपकी कमाई — और सभी 8 स्तरों पर कुल योग।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स्तर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मूल्य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प्रत्यक्ष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(6.25%)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पूर्णता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कुल / चक्र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सभी 8 स्तरों पर कुल योग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$103,976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ग्रिड रीसेट और दोहराए जाते हैं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आय स्रोत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जब आपके रेफरल — या आपके मैट्रिक्स में कोई भी — Creative Studio के लिए क्रेडिट पैक खरीदें, आप कमाते हैं। प्रत्यक्ष पर 15%, spillover पर 10%, पूर्णता बोनस 10%। स्तर की जरूरत नहीं।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प्रत्यक्ष रेफरल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आपके व्यक्तिगत रूप से रेफर किए गए व्यक्ति द्वारा खरीदा हर क्रेडिट पैक।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मैट्रिक्स में किसी भी गैर-प्रत्यक्ष द्वारा खरीदा हर पैक।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पूर्णता बोनस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जब आपका 3×3 मैट्रिक्स भर जाए (39 स्थिति), बोनस। रीसेट, दोहराएँ।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परिवर्तनशील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मैट्रिक्स हमेशा रीसेट और दोहराए जाते हैं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आपका लाभ NEXUS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प्रति मैट्रिक्स 39 स्थिति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स्वतंत्र पैक स्तर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हर पैक का अपना मैट्रिक्स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स्तर की जरूरत नहीं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आय स्रोत 3  ·  कैसे काम करता है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उपयोग होते हैं,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फिर दोबारा खरीदे जाते हैं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क्रेडिट पैक Creative Studio (AI वीडियो, छवि, आवाज) में उपभोग होते हैं। खत्म होने पर, वे फिर खरीदते हैं — हर नई खरीद फिर कमीशन देती है। यही इंजन है।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क्रेडिट खरीदें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रेफरल एक क्रेडिट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पैक खरीदता है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 कमाते हैं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प्रत्यक्ष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मैट्रिक्स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क्रेडिट उपभोग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वे AI टूल्स पर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क्रेडिट उपयोग करते हैं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दोहराएँ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वे फिर खरीदते हैं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 फिर कमाते हैं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उदाहरण · $200 पैक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प्रत्यक्ष × $30 (15%) + 9 L2 × $20 (10%) + 27 L3 × $20 (10%) + पूर्णता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प्रति मैट्रिक्स चक्र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जब उन्हें और क्रेडिट चाहिए हो, चक्र फिर शुरू होता है — हर खरीद एक नई मैट्रिक्स भराई।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आय स्रोत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 के प्रीमियम कोर्स पुनर्विक्रय करें। अर्जित हर बिक्री का 100% रखें — बस 4 pass-up रास्ते में जो आपके अपलाइन की Income Chains खोलते हैं। बिक्री 8 के बाद, हर बिक्री हमेशा आपकी।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हर बिक्री पर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उस स्तर पर योग्य होने पर हर बिक्री पर पूर्ण कमीशन।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 कुल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केवल बिक्री 2, 4, 6, 8 pass-up। बिक्री 9 से, हर बिक्री आपकी।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कई स्तर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स्तर के मालिक बनकर योग्य बनें। ऊँचे स्तर = बड़े कमीशन।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कमीशन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Income Chains से अनंत कैस्केड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उदाहरण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प्रवेश स्तर कोर्स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उदाहरण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मध्य स्तर कोर्स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उदाहरण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शीर्ष स्तर कोर्स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हर pass-up आपके ऊपर एक Income Chain खोलता है।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जब आपकी डाउनलाइन pass-up करे, आप वे chains पाते हैं — ऊपर की ओर अनंत कैस्केड।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आय स्रोत 4  ·  कैसे काम करता है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कैसे काम करता है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कुल केवल 4 pass-up। बिक्री 2, 4, 6, 8 pass-up — आपके अपलाइन की Income Chains खोलती हैं। बाकी हर बिक्री, बिक्री 9 और आगे सहित, 100% आपकी।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रखें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रखें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रखें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रखें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रखें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रखें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रखें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बिक्री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रखें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और उसके बाद हर बिक्री हमेशा 100% आपकी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मुख्य बात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ऊपर 4 Income Chains खोलने के लिए 4 बिक्री दें  ·  फिर रखें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हर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अगली बिक्री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आपकी डाउनलाइन के pass-ups आपकी Income Chains में ऊपर आते हैं — अनंत गहराई की टीम आय बनाते।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2026-04-24T12:15:30Z</dcterms:created>
  <dcterms:modified xsi:type="dcterms:W3CDTF">2026-04-24T12:15:30Z</dcterms:modified>
</cp:coreProperties>
</file>