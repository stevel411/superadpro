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ПУТЬ К ФИНАНСОВОЙ СВОБОДЕ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ИСТОЧНИКА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ДОХОДА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способа заработать с SuperAdPro. Комбинируйте их — каждый источник умножает результаты.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Реферальные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Членства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$17,50/мес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Теоретический максимум: $103 976*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Переменный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Комиссия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ИИ-ИНСТРУМЕНТЫ  ·  КРИПТОПЛАТЕЖИ  ·  ГЛОБАЛЬНАЯ ВОЗМОЖНОСТЬ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ДОХОДА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РЕФЕРАЛЬНЫЕ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ЧЛЕНСТВА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Зарабатывайте 50% регулярных комиссионных каждый месяц — или получайте авансом, когда ваш реферал выбирает годовой. Два Pro-реферала, и ваше членство окупается.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РЕГУЛЯРНО ЕЖЕМЕСЯЧНО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$10/мес за Basic · $17,50/мес за Pro. Каждый месяц, пока они активны.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ОГРАНИЧЕНИЙ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лимита на рефералов. 10 Pro-членов = $175/мес. Масштабируйтесь без потолка.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ОКУПАЕТ СЕБЯ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Pro-реферала покрывают ваше ежемесячное. Остальное — прибыль.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$17,50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/мес регулярно  ·  выплата каждый месяц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ВАША СЕТЬ РЕФЕРАЛОВ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МЕСЯЧНЫЙ ДОХОД · 3 РЕФЕРАЛА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Basic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/мес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/мес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Комиссия по вашему уровню — апгрейд даёт более высокую ставку.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ДОХОДА 1  ·  КАК РАБОТАЕТ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ГОДОВОЙ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НАЛИЧНЫЕ СРАЗУ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реферал выбирает годовой, вы получаете комиссию за весь год в день его регистрации — не растянутой на 12 месяцев. Настоящие деньги, сейчас, в кармане.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МЕСЯЧНЫЙ ПЛАН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Pro-рефералов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/мес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Выплата каждый месяц, пока активны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$2 100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 12 месяцев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ЛУЧШЕЕ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ГОДОВОЙ ПЛАН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Pro-рефералов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$1 750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авансом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Выплата в день регистрации — комиссия за весь год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продлеваются ежегодно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заработок снова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Годовой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$1 750 в руке сегодня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против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ждать 12 месяцев за ту же сумму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ДОХОДА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раз, когда реферал активирует ваш уровень, вы получаете 40% мгновенно — плюс 6,25% с каждой позиции 8-уровневой сетки. Заполните все 64, получите бонус, сброс, повтор.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ПРЯМАЯ КОМИССИЯ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реферал, активирующий ваш уровень, платит 40% мгновенно.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УРОВНЕЙ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Зарабатывайте на каждой позиции сетки 8×8 — 8 уровней под вами.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БОНУС ЗА ЗАВЕРШЕНИЕ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Заполните 64 позиции — бонус. Сетка сбрасывается — регулярный доход, пока участники активны.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Теоретический максимум: $103 976*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сетки сбрасываются и повторяются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ВАША СЕТКА ДОХОДА 8×8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позиция = активный член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УРОВНЕЙ  ·  $20 → $1 000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ДОХОДА 2  ·  КАК РАБОТАЕТ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РЕФЕРАЛА,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ПОЛНЫЙ ЦИКЛ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Сценарий: 64 личных реферала активируют ваш уровень. Вот что вы зарабатываете на уровне — и суммарно по 8 уровням.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ПРЯМАЯ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(6,25%)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БОНУС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 / ЦИКЛ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СУММАРНО ПО ВСЕМ 8 УРОВНЯМ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$103 976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сетки сбрасываются и повторяются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ДОХОДА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ваши рефералы — или любой в матрице — покупают пакеты кредитов для Creative Studio, вы зарабатываете. 15% с прямых, 10% со spillover, 10% бонус. Уровень не требуется.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ПРЯМЫЕ РЕФЕРАЛЫ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пакет кредитов, купленный лично приглашённым.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пакет от того, кто в матрице, но не ваш прямой.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БОНУС ЗА ЗАВЕРШЕНИЕ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матрица 3×3 заполняется (39 позиций) — бонус. Сброс, повтор.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Переменный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матрицы сбрасываются и повторяются вечно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NEXUS ПРИБЫЛИ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39 позиций на матрицу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НЕЗАВИСИМЫХ УРОВНЕЙ ПАКЕТОВ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каждого пакета своя матрица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не требуется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ДОХОДА 3  ·  КАК РАБОТАЕТ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ИСПОЛЬЗУЮТСЯ,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ЗАТЕМ СНОВА ПОКУПАЮТСЯ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Кредиты потребляются Creative Studio (ИИ-видео, изображение, голос). Закончились — покупают снова. Каждая покупка снова платит комиссию. Это двигатель повторных покупок.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КРЕДИТОВ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Реферал покупает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 кредитов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ЗАРАБАТЫВАЕТЕ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прямая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матрица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КРЕДИТЫ ПОТРАЧЕНЫ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Расходуют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кредиты на ИИ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Покупают снова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снова в плюсе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· ПАКЕТ $200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прямых × $30 (15%) + 9 L2 × $20 (10%) + 27 L3 × $20 (10%) + бонус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$1 590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за цикл матрицы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нужно больше кредитов — цикл начинается заново — каждая покупка это новое заполнение матрицы.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ДОХОДА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Перепродавайте премиум-курсы Academy. Оставляйте 100% каждой продажи — всего 4 pass-up по пути открывают Income Chains вашего upline. После продажи 8 — каждая продажа ваша навсегда.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КАЖДОЙ ПРОДАЖЕ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комиссия на каждой продаже при вашей квалификации.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 ВСЕГО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продажи 2, 4, 6, 8 проходят. С продажи 9 — всё ваше.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НЕСКОЛЬКО УРОВНЕЙ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Квалификация через покупку уровня. Выше = больше комиссия.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комиссия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бесконечный каскад через Income Chains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Начальный курс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курс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Продвинутый курс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pass-up открывает Income Chain над вами.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ваш downline делает pass-up — вы получаете эти chains. Каскад бесконечно вверх.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ДОХОДА 4  ·  КАК РАБОТАЕТ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1+UP PASS-UP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Всего 4 pass-up. Продажи 2, 4, 6, 8 проходят — открывая Income Chains вашего upline. Любая другая продажа, включая 9-ю и далее — 100% ваша.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ПРОДАЖА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ВАША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ПРОДАЖА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ПРОДАЖА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ВАША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ПРОДАЖА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ПРОДАЖА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ВАША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ПРОДАЖА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ПРОДАЖА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ВАША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ПРОДАЖА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ПРОДАЖА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ВАША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ПРОДАЖА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ВАША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ПРОДАЖА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ВАША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ПРОДАЖА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ВАША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каждая последующая продажа — 100% ваша, навсегда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Уступите 4 продажи, чтобы открыть 4 Income Chains вверх  ·  Затем оставляйте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каждую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следующую продажу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Pass-ups вашего downline поднимаются по ВАШИМ Income Chains — создавая командный доход бесконечной глубины.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2026-04-24T12:15:29Z</dcterms:created>
  <dcterms:modified xsi:type="dcterms:W3CDTF">2026-04-24T12:15:29Z</dcterms:modified>
</cp:coreProperties>
</file>