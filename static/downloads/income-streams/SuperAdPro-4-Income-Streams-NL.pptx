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 PAD NAAR FINANCIËLE VRIJHEID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INKOMSTEN-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STROMEN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manieren om te verdienen met SuperAdPro. Combineer ze — elke stroom vermenigvuldigt je resultaten.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STROOM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Lidmaatschaps-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Verwijzingen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$17,50/mnd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STROOM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Theoretisch maximum: $103.976*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STROOM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STROOM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Commissie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AI-TOOLS  ·  CRYPTO-BETALINGEN  ·  WERELDWIJDE KANS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INKOMSTENSTROOM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LIDMAATSCHAPS-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VERWIJZINGEN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Verdien elke maand 50% terugkerende commissie — of vooraf als je referral jaarlijks kiest. Twee Pro-verwijzingen en je lidmaatschap betaalt zichzelf.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MAANDELIJKS TERUGKEREND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$10/mnd per Basic · $17,50/mnd per Pro. Elke maand actief.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ONBEPERKTE VERWIJZINGEN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limiet. 10 Pro-leden = $175/mnd. Schaal zonder plafond.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BETAALT ZICHZELF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Pro-verwijzingen dekken je maand. Alles erna is winst.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/mnd terugkerend  ·  elke maand betaald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 VERWIJZINGSNETWERK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 MAANDINKOMEN · 3 VERWIJZINGEN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/mnd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/mnd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Commissies op jouw niveau — upgrade voor een hoger tarief.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INKOMSTENSTROOM 1  ·  ZO WERKT HET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CASH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je referral jaarlijks kiest, verdien je op de inschrijfdag de hele jaarcommissie — niet verspreid over 12 maanden. Echt geld, nu, in je zak.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MAANDELIJKS PLAN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Pro-verwijzingen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/mnd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maand betaald, zolang ze actief zijn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12 maanden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 DEAL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 PLAN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Pro-verwijzingen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vooraf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Betaald op inschrijfdag — volledige jaarcommissie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Bovendien: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 verlengen jaarlijks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je verdient opnieuw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$1.750 vandaag in handen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maanden wachten op hetzelfde bedrag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INKOMSTENSTROOM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keer dat je referral jouw niveau activeert, verdien je direct 40% — plus 6,25% op elke positie van je 8-niveaus grid. Vul alle 64, krijg de bonus, reset, herhaal.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COMMISSIE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referral die jouw niveau activeert, betaalt direct 40% van de prijs.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NIVEAUS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Verdien op elke positie van je 8×8 grid — 8 niveaus diep onder je.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VOLTOOIINGSBONUS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 alle 64 posities, krijg een bonus. Grid reset — terugkerend inkomen zolang leden actief blijven.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Theoretisch maximum: $103.976*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grids resetten en herhalen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 8×8 INKOMSTEN-GRID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positie = een actief lid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NIVEAUS  ·  $20 → $1.000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INKOMSTENSTROOM 2  ·  ZO WERKT HET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VERWIJZINGEN,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VOLLEDIGE CYCLUS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64 persoonlijke verwijzingen activeren jouw niveau. Zo verdien je per niveau — en cumulatief over alle 8 niveaus.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(6,25%)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TOTAAL / CYCLUS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GECUMULEERD OVER ALLE 8 NIVEAUS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$103.976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grids resetten en herhalen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INKOMSTENSTROOM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je verwijzingen — of iedereen in je matrix — credit packs voor Creative Studio kopen, verdien je. 15% op directe, 10% op spillover, 10% bonus. Geen niveau-eis.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VERWIJZINGEN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credit pack gekocht door iemand die jij persoonlijk verwees.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pack gekocht door iemand in je matrix die geen directe is.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VOLTOOIINGSBONUS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je 3×3 matrix vol is (39 posities), bonus. Reset, herhaal.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matrices resetten en herhalen voor altijd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 WINST-NEXUS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posities per matrix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ONAFHANKELIJKE PACK-NIVEAUS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pack heeft eigen matrix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niveau-eis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INKOMSTENSTROOM 3  ·  ZO WERKT HET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GEBRUIKT,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WEER GEKOCHT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packs worden verbruikt door Creative Studio (AI-video, beeld, stem). Op? Ze kopen weer — elke aankoop betaalt opnieuw commissies. Dat is de motor.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KOPEN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koopt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pack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 VERDIENT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direct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matrix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VERBRUIKT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 gebruiken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op AI-tools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HERHALEN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 kopen weer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 verdient weer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 · $200 PACK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direct × $30 (15%) + 9 L2 × $20 (10%) + 27 L3 × $20 (10%) + bonus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 matrix-cyclus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ze meer credits nodig hebben begint de cyclus opnieuw — elke aankoop is een nieuwe matrix-vulling.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INKOMSTENSTROOM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 premium cursussen van Academy door. Houd 100% van elke verdiende verkoop — met slechts 4 pass-ups onderweg die de Income Chains van je upline openen. Na verkoop 8 is elke verkoop voor altijd van jou.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ELKE VERKOOP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Volledige commissie op elke verkoop als je op dat niveau gekwalificeerd bent.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TOTAAL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Alleen verkopen 2, 4, 6, 8 pass-up. Vanaf verkoop 9 is elke verkoop van jou.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MEERDERE NIVEAUS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Kwalificeer door een niveau te bezitten. Hogere niveaus = grotere commissies.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commissie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oneindige cascade via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Instap-niveau cursus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Midden-niveau cursus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Top-niveau cursus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pass-up opent een Income Chain boven je.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JOUW downline pass-up doet, ontvang je die chains — oneindig naar boven cascaderend.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INKOMSTENSTROOM 4  ·  ZO WERKT HET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DE 1+UP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WERKT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Slechts 4 pass-ups totaal. Verkopen 2, 4, 6, 8 passen — openen de Income Chains van je upline. Elke andere verkoop, inclusief verkoop 9 en erna, is 100% van jou.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VERKOOP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JOUW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elke verkoop erna is 100% van jou, voor altijd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CONCLUSIE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Geef 4 verkopen op, open 4 Income Chains naar boven  ·  Behoud dan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volgende verkoop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van je downline stijgen in JOUW Income Chains — team-inkomen met oneindige diepte.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2026-04-24T12:15:30Z</dcterms:created>
  <dcterms:modified xsi:type="dcterms:W3CDTF">2026-04-24T12:15:30Z</dcterms:modified>
</cp:coreProperties>
</file>