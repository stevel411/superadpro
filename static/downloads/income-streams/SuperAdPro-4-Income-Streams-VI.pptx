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ĐƯỜNG ĐẾN TỰ DO TÀI CHÍNH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NGUỒN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NHẬP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cách kiếm tiền với SuperAdPro. Kết hợp chúng — mỗi nguồn nhân kết quả của bạn lên.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Thiệu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Thành Viên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$17.50/tháng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đa lý thuyết: $103,976*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Biến đổi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hồng 100%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CỤ AI  ·  THANH TOÁN CRYPTO  ·  CƠ HỘI TOÀN CẦU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THU NHẬP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THIỆU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THÀNH VIÊN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Kiếm 50% hoa hồng định kỳ mỗi tháng — hoặc nhận trước khi người được giới thiệu chọn gói năm. Hai Pro và tư cách thành viên của bạn tự trả.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KỲ HÀNG THÁNG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$10/tháng mỗi Basic · $17.50/tháng mỗi Pro. Mỗi tháng khi họ hoạt động.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GIỚI HẠN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có giới hạn số người. 10 Pro = $175/tháng. Mở rộng không trần.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TRẢ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Pro trả tháng của bạn. Phần còn lại là lợi nhuận.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 định kỳ  ·  trả hàng tháng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MẠNG LƯỚI GIỚI THIỆU CỦA BẠN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NHẬP HÀNG THÁNG · 3 NGƯỜI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Basic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$52.50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hồng trả theo cấp của bạn — nâng cấp để nhận nhiều hơn.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THU NHẬP 1  ·  CÁCH HOẠT ĐỘNG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NĂM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TIỀN NGAY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người được giới thiệu chọn gói năm, bạn nhận hoa hồng cả năm vào ngày đăng ký — không chia 12 tháng. Tiền thật, ngay bây giờ, trong túi.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GÓI THÁNG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/tháng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 hàng tháng, miễn là họ còn hoạt động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trong 12 tháng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TỐT NHẤT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GÓI NĂM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trả trước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 cùng ngày đăng ký — hoa hồng cả năm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 gia hạn hàng năm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bạn lại kiếm được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Năm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 trong tay hôm nay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đợi 12 tháng cho cùng số tiền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THU NHẬP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lần người được giới thiệu kích hoạt cùng cấp, bạn nhận 40% ngay — rồi 6.25% trên mỗi vị trí trong lưới 8 cấp. Lấp đầy 64, nhận thưởng hoàn thành, reset, lặp lại.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HỒNG TRỰC TIẾP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người kích hoạt cấp của bạn trả 40% giá ngay lập tức.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CẤP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Kiếm trên mỗi vị trí lưới 8×8 — sâu 8 cấp dưới bạn.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THƯỞNG HOÀN THÀNH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Lấp đầy 64 vị trí, nhận thưởng. Lưới reset — thu nhập định kỳ khi các thành viên còn hoạt động.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đa lý thuyết: $103,976*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lưới reset và lặp lại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LƯỚI THU NHẬP 8×8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vị trí = một thành viên hoạt động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CẤP  ·  $20 → $1,000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THU NHẬP 2  ·  CÁCH HOẠT ĐỘNG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NGƯỜI,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CHU KỲ TRỌN VẸN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Tình huống: 64 người giới thiệu cá nhân kích hoạt cùng cấp với bạn. Đây là những gì bạn kiếm mỗi cấp — và tổng trên 8 cấp.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TRỰC TIẾP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(6.25%)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THƯỞNG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/ CHU KỲ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CỘNG TRÊN 8 CẤP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$103,976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lưới reset và lặp lại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THU NHẬP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người được giới thiệu — hoặc bất kỳ ai trong ma trận — mua gói credit cho Creative Studio, bạn kiếm được. 15% trực tiếp, 10% spillover, 10% thưởng. Không yêu cầu cấp.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THIỆU TRỰC TIẾP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gói credit được mua bởi người bạn trực tiếp giới thiệu.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gói được mua bởi người trong ma trận nhưng không phải trực tiếp.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THƯỞNG HOÀN THÀNH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ma trận 3×3 đầy (39 vị trí), thưởng. Reset, lặp lại.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Biến đổi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ma trận reset và lặp lại mãi mãi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LỢI NHUẬN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39 vị trí mỗi ma trận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CẤP GÓI ĐỘC LẬP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gói có ma trận riêng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yêu cầu cấp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THU NHẬP 3  ·  CÁCH HOẠT ĐỘNG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ĐƯỢC DÙNG,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RỒI MUA LẠI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Gói credit được Creative Studio tiêu thụ (video AI, hình, giọng nói). Hết, họ mua lại — mỗi lần mua lại trả hoa hồng lần nữa. Đó là động cơ.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 CREDIT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giới thiệu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 một gói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KIẾM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trực tiếp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ma trận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DÙNG HẾT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 dùng credit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công cụ 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LẶP LẠI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 mua lại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lại kiếm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GÓI $200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trực tiếp × $30 (15%) + 9 L2 × $20 (10%) + 27 L3 × $20 (10%) + thưởng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mỗi chu kỳ ma trận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họ cần thêm credit, chu kỳ bắt đầu lại — mỗi lần mua là lấp đầy ma trận mới.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THU NHẬP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Bán lại khóa học premium từ Academy. Giữ 100% mỗi giao dịch bạn kiếm — với chỉ 4 pass-up trên đường để mở Income Chains của upline. Sau giao dịch 8, mọi giao dịch là của bạn mãi mãi.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GIAO DỊCH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hồng đầy đủ mỗi giao dịch khi bạn đủ điều kiện ở cấp đó.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PASS-UP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giao dịch 2, 4, 6, 8 pass-up. Từ giao dịch 9, mọi giao dịch là của bạn.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CẤP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Đủ điều kiện bằng cách sở hữu cấp. Cấp cao = hoa hồng lớn.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hồng 100%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cascade vô hạn qua Income Chains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Khóa học cấp nhập môn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Khóa học cấp trung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Khóa học cấp cao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pass-up mở một Income Chain phía trên bạn.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downline pass-up, bạn nhận chains đó — cascade vô hạn lên trên.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THU NHẬP 4  ·  CÁCH HOẠT ĐỘNG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1+UP PASS-UP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THẾ NÀO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4 pass-up tổng cộng. Giao dịch 2, 4, 6, 8 pass-up — mở Income Chains của upline. Mọi giao dịch khác, kể cả 9 và về sau, 100% là của bạn.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 mọi giao dịch sau đó 100% của bạn, mãi mãi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CHÍNH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Nhường 4 giao dịch để mở 4 Income Chains lên trên  ·  Rồi giữ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giao dịch sau đó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Pass-ups của downline lên trên Income Chains CỦA BẠN — tạo thu nhập đội ngũ sâu vô hạn.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2026-04-24T12:15:31Z</dcterms:created>
  <dcterms:modified xsi:type="dcterms:W3CDTF">2026-04-24T12:15:31Z</dcterms:modified>
</cp:coreProperties>
</file>