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 DAAN MO SA FINANCIAL FREEDOM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NA PINAGKUKUNAN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KITA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Apat na paraan para kumita sa SuperAdPro. Pagsamahin — bawat pinagkukunan ay nagpapalaki ng kita mo.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$17.50/buwan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Teoretikal na max: $103,976*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Nag-iiba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Komisyon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MGA AI TOOL  ·  CRYPTO PAYMENTS  ·  GLOBAL NA OPORTUNIDAD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NG KITA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Kumita ng 50% recurring commission kada buwan — o makatanggap ng advance kapag pumili ng annual ang referral mo. Dalawang Pro referral at libre na ang membership mo.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BUWANANG PAULIT-ULIT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$10/buwan kada Basic · $17.50/buwan kada Pro. Kada buwan na aktibo sila.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WALANG LIMIT NA REFERRALS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Walang cap. 10 Pro members = $175/buwan. Scale nang walang takip.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ANG MEMBERSHIP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Dalawang Pro referral sasakupin ang monthly mo. Lahat ng sobra ay kita.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/buwan recurring  ·  binabayaran kada buwan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 IYONG REFERRAL NETWORK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IKAW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Susunod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Susunod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BUWANANG KITA MO · 3 REFERRALS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/buwan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/buwan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Commissions ay babayaran sa sarili mong tier — mag-upgrade para sa mas malaki.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NG KITA 1  ·  PAANO ITO GUMANA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AGAD NA CASH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 pumili ng annual ang referral mo, makukuha mo ang buong taon na commission sa araw mismo na sign up sila — hindi hinahati sa 12 buwan. Totoong pera, ngayon, sa bulsa.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PLAN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 Referrals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/buwan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Binabayaran kada buwan, habang aktibo sila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 12 buwan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PINAKAMAHUSAY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PLAN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 Referrals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advance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Binayaran nang araw ng signup — buong taon na commission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Saka: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nag-rerenew taun-taon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kumita ka ulit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 sa kamay ngayon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maghintay ng 12 buwan para sa parehong halaga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NG KITA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tuwing mag-activate ang referral mo ng parehong tier, kumikita ka ng 40% agad — at 6.25% sa bawat posisyon ng 8-level grid mo. Punuin lahat ng 64, makatanggap ng completion bonus, i-reset, ulitin.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NA COMMISSION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Bawat referral na mag-activate ng tier mo ay magbabayad sa iyo ng 40% agad.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LEVELS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Kumita sa bawat posisyon ng 8×8 grid — 8 levels deep sa ibaba mo.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BONUS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Punuin ang 64 na posisyon, makakuha ng bonus. Grid mag-reresetang — recurring income habang aktibo ang mga miyembro.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Teoretikal na max: $103,976*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grids nag-rereset at inuulit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 8×8 INCOME GRID MO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Bawat posisyon = aktibong miyembro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TIERS  ·  $20 → $1,000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NG KITA 2  ·  PAANO ITO GUMANA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REFERRALS,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BUONG CYCLE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Senaryo: 64 personal referrals mag-activate ng parehong tier sayo. Ito ang kinikita mo kada tier — at ang kabuuang kumikita sa 8 tiers.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PRESYO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(6.25%)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/ CYCLE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TOTAL SA LAHAT NG 8 TIERS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grids nag-rereset at inuulit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NG KITA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Kapag ang referrals mo — o kahit sino sa matrix mo — bumili ng credit packs para sa Creative Studio, kumikita ka. 15% sa directs, 10% sa spillover, 10% completion bonus. Walang kailangang tier ownership.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REFERRALS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Bawat credit pack na binili ng sariling ni-refer mo.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Bawat pack na binili ng kahit sino sa matrix na hindi direct mo.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BONUS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Kapag napuno ang 3×3 matrix (39 posisyon), bonus. I-reset, ulitin.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Nag-iiba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matrices nag-rereset at inuulit forever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 PROFIT NEXUS MO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posisyon kada matrix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INDEPENDENT PACK TIERS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Bawat pack may sariling matrix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Walang kailangang tier ownership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NG KITA 3  ·  PAANO ITO GUMANA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GINAGAMIT,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PAGKATAPOS BINIBILI ULIT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 credit packs ay ginagamit ng Creative Studio (AI video, image, voice). Pag naubusan, bumibili sila ulit — at bawat bagong pagbili ay nagbabayad ulit ng commissions. Iyon ang repurchase engine.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BUMILI NG CREDITS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bumili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credit pack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KUMIKITA KA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direct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matrix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NAUUBOS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Ginagamit ang credits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AI tools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ULITIN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Bumibili ulit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kumikita ka ulit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HALIMBAWA · $200 PACK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directs × $30 (15%) + 9 L2 × $20 (10%) + 27 L3 × $20 (10%) + bonus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kada matrix cycle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Kapag kailangan nila ng mas maraming credits, nag-uumpisa ulit ang cycle — bawat pagbili ay bagong matrix fill.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NG KITA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I-resell ang premium courses mula Academy. Itago ang 100% ng bawat sale — na may 4 lang na pass-ups sa daan para magbukas ng Income Chains ng upline mo. Pagkatapos ng sale 8, bawat sale ay sa iyo habang-buhay.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BAWAT SALE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Buong commission sa bawat sale kapag qualified ka sa tier na iyon.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NG LAHAT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Tanging sales 2, 4, 6, 8 lang pass-up. Mula sale 9, lahat sa iyo na.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MARAMING TIERS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Mag-qualify sa pamamagitan ng pagmamay-ari ng tier. Mas mataas = mas malaki.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commission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walang hanggang cascade sa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Halimbawa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level course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Halimbawa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level course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Halimbawa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level course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Bawat pass-up nagbubukas ng Income Chain sa ibabaw mo.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Kapag ang downline mo nag-pass-up, matatanggap mo ang chains na iyon — cascade pataas nang walang hanggan.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NG KITA 4  ·  PAANO ITO GUMANA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PAANO GUMANA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 1+UP PASS-UP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pass-ups lang ang total. Ang sales 2, 4, 6, 8 ay pass-up — nagbubukas ng Income Chains ng upline mo. Lahat ng iba pang sale, kasama ang sale 9 at higit pa, 100% sa iyo.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IKAW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IYO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IKAW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IYO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IKAW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IYO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IKAW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IYO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IKAW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IYO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IKAW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IYO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IKAW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IYO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IKAW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IYO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bawat sale pagkatapos ay 100% sa iyo, habang-buhay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 PUNTO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Ibigay ang 4 sales para magbukas ng 4 Income Chains pataas  ·  Tapos panatilihin ang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bawat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sale na sumusunod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ng downline mo umaakyat sa Income Chains mo — gumagawa ng team income na walang hanggang lalim.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2026-04-24T12:15:33Z</dcterms:created>
  <dcterms:modified xsi:type="dcterms:W3CDTF">2026-04-24T12:15:33Z</dcterms:modified>
</cp:coreProperties>
</file>