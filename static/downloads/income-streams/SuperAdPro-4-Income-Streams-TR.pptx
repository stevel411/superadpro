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FİNANSAL ÖZGÜRLÜĞE GİDEN YOL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GELİR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KAYNAĞI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SuperAdPro ile kazanmanın dört yolu. Birleştirin — her kaynak sonuçlarınızı katlayar.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Üyelik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Referansları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$17,50/ay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Teorik maksimum: $103.976*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Değişken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%100 Komisyon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ARAÇLAR  ·  KRİPTO ÖDEMELER  ·  KÜRESEL FIRSAT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ÜYELİK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REFERANSLARI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ay %50 yinelenen komisyon kazanın — veya referansınız yıllık seçerse peşin alın. İki Pro referans ve üyeliğiniz kendini ödüyor.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%50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AYLIK YİNELENEN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referans başına $10/ay · Pro başına $17,50/ay. Aktif oldukları her ay.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SINIRSIZ REFERANS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 sayısında sınır yok. 10 Pro üye = $175/ay. Tavansız ölçekleyin.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KENDİNİ ÖDÜYOR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Pro referans aylık ücretinizi karşılar. Sonrası kâr.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/ay yinelenen  ·  her ay ödenir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 AĞINIZ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AYLIK GELİRİNİZ · 3 REFERANS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/ay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Komisyon kendi seviyenizden ödenir — daha yüksek için yükseltin.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1  ·  NASIL ÇALIŞIR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YILLIK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ANINDA NAKİT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Referansınız yıllığı seçtiğinde, kayıt olduğu gün bir yıllık komisyonun tamamını kazanırsınız — 12 aya bölünmez. Gerçek para, şimdi, cebinizde.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AYLIK PLAN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Referans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/ay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ay ödeme, aktif oldukları sürece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 ayda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İYİ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YILLIK PLAN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Referans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peşin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 günü ödenir — bir yıllık komisyon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Ayrıca: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yıl yenilerler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tekrar kazanırsınız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Yıllık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 $1.750 elde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miktar için 12 ay beklemek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Referansınız sizin seviyenizi aktive ettiğinde anında %40 kazanırsınız — artı 8 seviyeli gridinizdeki her pozisyon için %6,25. Tüm 64'ü doldurun, bonus alın, sıfırlayın, tekrarlayın.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%40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DOĞRUDAN KOMİSYON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Seviyenizi aktive eden her referans size anında %40 öder.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%6,25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SEVİYE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8×8 gridinizin her pozisyonunda kazanın — altınızda 8 seviye derinlik.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TAMAMLAMA BONUSU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pozisyonun hepsini doldurun, bonus. Grid sıfırlanır — üyeler aktif kaldığı sürece yinelenen gelir.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Teorik maksimum: $103.976*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gridler sıfırlanır ve tekrarlanır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8×8 GELİR GRIDİNİZ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pozisyon = aktif bir üye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SEVİYE  ·  $20 → $1.000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2  ·  NASIL ÇALIŞIR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REFERANS,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TAM DÖNGÜ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Senaryo: 64 kişisel referans sizin seviyenizi aktive eder. Her seviyede ne kazanacağınız — ve 8 seviye toplamı.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SEVİYE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FİYAT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DOĞRUDAN (%40)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(%6,25)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/ DÖNGÜ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SEVİYE BOYUNCA TOPLAM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$103.976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gridler sıfırlanır ve tekrarlanır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Referanslarınız — veya matrisinizdeki herhangi biri — Creative Studio için kredi paketi satın aldığında kazanırsınız. Doğrudan %15, spillover %10, bonus %10. Seviye sahipliği gerekmez.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DOĞRUDAN REFERANSLAR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Kişisel olarak yönlendirdiğiniz birinin satın aldığı her kredi paketi.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Matrisinizde doğrudan olmayan birinin satın aldığı her paket.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TAMAMLAMA BONUSU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matrisiniz dolduğunda (39 pozisyon) bonus. Sıfırlayın, tekrar.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Değişken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matrisler sonsuza kadar sıfırlanır ve tekrarlanır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 NEXUSUNUZ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matris başına 39 pozisyon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BAĞIMSIZ PAKET SEVİYESİ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paketin kendi matrisi var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Seviye sahipliği gerekmez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3  ·  NASIL ÇALIŞIR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KULLANILIR,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 TEKRAR ALINIR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 paketleri Creative Studio (AI video, görüntü, ses) tarafından tüketilir. Bittiğinde tekrar alırlar — her yeni alım tekrar komisyon öder. Motor bu.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KREDİ SATIN ALIM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 bir paket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satın alır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KAZANIRSINIZ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%15 doğrudan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 matris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KREDİLER TÜKETİLİR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araçlarında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kredileri kullanırlar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 alırlar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 tekrar kazanırsınız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 · $200 PAKET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doğrudan × $30 (%15) + 9 L2 × $20 (%10) + 27 L3 × $20 (%10) + bonus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matris döngüsü başına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Daha fazla kredi gerektiğinde döngü yeniden başlar — her alım yeni bir matris dolumu.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Academy'nin premium kurslarını yeniden satın. Kazandığınız her satıştan %100 alın — yalnızca 4 pass-up ile uplınınızın Income Chains'ini açar. 8. satıştan sonra her satış sonsuza dek sizindir.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SATIŞTA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seviyede kalifiye olduğunuzda her satışta tam komisyon.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PASS-UP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2, 4, 6, 8. satışlar pass-up. 9'dan itibaren her satış sizin.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ÇOKLU SEVİYE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Seviyeyi satın alarak kalifiye olun. Yüksek seviye = büyük komisyon.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%100 komisyon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Income Chains boyunca sonsuz zincirleme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 seviye kurs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 seviye kurs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Üst seviye kurs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pass-up üstünüzde bir Income Chain açar.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Downline'ınız pass-up yaptığında o chains size gelir — sonsuza kadar yukarı zincirleme.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GELİR KAYNAĞI 4  ·  NASIL ÇALIŞIR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NASIL ÇALIŞIR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yalnızca 4 pass-up. 2, 4, 6, 8. satışlar pass-up — uplınınızın Income Chains'ini açar. Diğer her satış, 9. ve sonrası dahil, %100 sizin.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SATIŞ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SİZİN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sonraki her satış sonsuza dek %100 sizin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ÖZET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Yukarı 4 Income Chains açmak için 4 satış verin  ·  Sonra saklayın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her satışı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Downline'ınızın pass-up'ları SİZİN Income Chains'inizde yukarı çıkar — sonsuz derinlikte takım geliri yaratır.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2026-04-24T12:15:31Z</dcterms:created>
  <dcterms:modified xsi:type="dcterms:W3CDTF">2026-04-24T12:15:31Z</dcterms:modified>
</cp:coreProperties>
</file>