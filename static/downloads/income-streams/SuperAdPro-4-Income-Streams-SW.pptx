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NJIA YAKO YA UHURU WA KIFEDHA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VYANZO 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VYA MAPATO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Njia nne za kupata pesa na SuperAdPro. Unganisha — kila chanzo kinaongeza matokeo yako.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za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Uanachama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$17.50/mwezi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Kiwango cha juu cha kinadharia: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Inabadilika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Komisheni 100%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ZANA ZA AI  ·  MALIPO YA CRYPTO  ·  FURSA YA KIMATAIFA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ZA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UANACHAMA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 50% ya komisheni inayorudiwa kila mwezi — au kusanya mapema wakati rufaa yako anapochagua mwaka. Rufaa mbili za Pro na uanachama wako unajilipa.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MWEZI UNAORUDIWA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$10/mwezi kwa Basic · $17.50/mwezi kwa Pro. Kila mwezi wakiwa hai.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ZISIZO NA KIKOMO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Hakuna kikomo cha rufaa. Wanachama 10 wa Pro = $175/mwezi. Ongeza bila dari.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INAJILIPA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mbili za Pro zinafidia mwezi wako. Iliyobaki ni faida.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/mwezi unaorudiwa  ·  malipo kila mwezi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MTANDAO WAKO WA RUFAA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Ijayo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Ijayo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MAPATO YAKO YA MWEZI · RUFAA 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/mwezi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/mwezi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Komisheni hulipwa katika kiwango chako — pandisha kupata kiwango cha juu.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1  ·  JINSI INAVYOFANYA KAZI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MWAKA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 TASLIMU MARA MOJA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yako anapochagua mwaka, unapata komisheni ya mwaka mzima siku anayosajili — si kugawanywa miezi 12. Pesa halisi, sasa, mfukoni.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MPANGO WA MWEZI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10 za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/mwezi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Malipo kila mwezi, maadam wako hai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kwa miezi 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BORA ZAIDI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MPANGO WA MWAKA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10 za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mapema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Malipo siku hiyo ya kusajili — komisheni ya mwaka mzima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Zaidi: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wanahuisha kila mwaka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unapata tena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Mwaka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 mkononi leo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dhidi ya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kusubiri miezi 12 kwa kiasi kile kile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 wakati rufaa yako anaposhika kiwango sawa na wewe, unapata 40% mara moja — na 6.25% kwa kila nafasi katika gridi yako ya viwango 8. Jaza zote 64, pata bonasi ya ukamilishaji, reset, rudia.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KOMISHENI YA MOJA KWA MOJA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 rufaa inayoshika kiwango chako anakulipa 40% mara moja.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VIWANGO 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 kwa kila nafasi kwenye gridi 8×8 — viwango 8 chini yako.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BONASI YA UKAMILISHAJI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Jaza nafasi 64, pata bonasi. Gridi hurudi — mapato ya kurudia wakati wanachama wanaendelea kufanya kazi.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Kiwango cha juu cha kinadharia: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gridi hurudi na kujirudia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GRIDI YAKO YA MAPATO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 nafasi = mwanachama hai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VIWANGO 8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2  ·  JINSI INAVYOFANYA KAZI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64,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MZUNGUKO 1 KAMILI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Hali: Rufaa 64 za kibinafsi zinashika kiwango sawa na wewe. Hapa ndipo unapopata kwa kila kiwango — na jumla kwenye viwango 8.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KIWANGO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MOJA KWA MOJA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BONASI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 / MZUNGUKO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 YA VIWANGO VYOTE 8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gridi hurudi na kujirudia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zako — au mtu yeyote kwenye matriki yako — wananunua pakiti za mikopo kwa ajili ya Creative Studio, unapata. 15% kwenye moja kwa moja, 10% kwenye spillover, 10% bonasi. Hakuna umiliki wa kiwango.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ZA MOJA KWA MOJA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 pakiti ya mikopo iliyonunuliwa na mtu uliyemleta binafsi.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 pakiti iliyonunuliwa na yeyote kwenye matriki yako asiye wa moja kwa moja.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BONASI YA UKAMILISHAJI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Matriki 3×3 yakijaa (nafasi 39), bonasi. Reset, rudia.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Inabadilika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matriki hurudi na kujirudia milele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YAKO YA FAIDA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nafasi 39 kwa matriki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VIWANGO 8 HURU VYA PAKITI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 pakiti ina matriki yake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Hakuna umiliki wa kiwango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3  ·  JINSI INAVYOFANYA KAZI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ZINATUMIKA,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KISHA KUNUNULIWA TENA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Pakiti za mikopo zinatumika na Creative Studio (video za AI, picha, sauti). Zikiisha, wananunua tena — kila ununuzi mpya unalipa komisheni tena. Huo ndio injini.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NUNUA MIKOPO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Rufaa ananunua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pakiti ya mikopo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UNAPATA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moja kwa moja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matriki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MIKOPO IMETUMIKA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Wanatumia mikopo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kwenye zana za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Wananunua tena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unapata tena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MFANO · PAKITI YA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moja kwa moja × $30 (15%) + 9 L2 × $20 (10%) + 27 L3 × $20 (10%) + bonasi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kwa mzunguko wa matriki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Wanapohitaji mikopo zaidi, mzunguko unaanza tena — kila ununuzi ni ujazaji mpya wa matriki.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Uza tena kozi za premium kutoka Academy. Weka 100% ya kila uuzaji unaoupata — ukiwa na pass-up 4 tu njiani zinazofungua Income Chains za upline wako. Baada ya mauzo 8, kila uuzaji ni wako milele.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 KILA UUZAJI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Komisheni kamili kwa kila uuzaji unapostahiki katika kiwango hicho.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 YA PASS-UP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Mauzo 2, 4, 6, 8 tu pass-up. Kuanzia mauzo 9, kila uuzaji ni wako.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VIWANGO VINGI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Stahiki kwa kumiliki kiwango. Viwango vya juu = komisheni kubwa.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Komisheni 100%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mtiririko usio na mwisho kupitia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Mfano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Kozi ya kiwango cha mwanzo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Mfano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Kozi ya kiwango cha kati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Mfano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Kozi ya kiwango cha juu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 pass-up inafungua Income Chain juu yako.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Downline wako akifanya pass-up, unapokea chains hizo — mtiririko usio na mwisho juu.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CHANZO CHA MAPATO 4  ·  JINSI INAVYOFANYA KAZI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JINSI INAVYOFANYA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4 tu jumla. Mauzo 2, 4, 6, 8 pass-up — kufungua Income Chains za upline wako. Kila uuzaji mwingine, pamoja na mauzo 9 na baada yake, 100% ni wako.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UUZAJI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WEWE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WAKO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kila uuzaji baada yake ni 100% wako, milele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KIINI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 mauzo 4 kufungua Income Chains 4 juu  ·  Kisha weka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uuzaji unaofuata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za downline wako zinapanda kwenye Income Chains ZAKO — zikiunda mapato ya timu yenye kina kisichomalizika.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2026-04-24T12:15:33Z</dcterms:created>
  <dcterms:modified xsi:type="dcterms:W3CDTF">2026-04-24T12:15:33Z</dcterms:modified>
</cp:coreProperties>
</file>